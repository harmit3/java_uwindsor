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1.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86"/>
  </p:notesMasterIdLst>
  <p:handoutMasterIdLst>
    <p:handoutMasterId r:id="rId87"/>
  </p:handoutMasterIdLst>
  <p:sldIdLst>
    <p:sldId id="257" r:id="rId3"/>
    <p:sldId id="259" r:id="rId4"/>
    <p:sldId id="260" r:id="rId5"/>
    <p:sldId id="34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sldSz cx="12192000" cy="6858000"/>
  <p:notesSz cx="7104063" cy="10234613"/>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刘 小刘" initials="刘"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p:scale>
          <a:sx n="42" d="100"/>
          <a:sy n="42" d="100"/>
        </p:scale>
        <p:origin x="1711" y="473"/>
      </p:cViewPr>
      <p:guideLst>
        <p:guide orient="horz" pos="2160"/>
        <p:guide pos="3840"/>
      </p:guideLst>
    </p:cSldViewPr>
  </p:slideViewPr>
  <p:notesTextViewPr>
    <p:cViewPr>
      <p:scale>
        <a:sx n="3" d="2"/>
        <a:sy n="3" d="2"/>
      </p:scale>
      <p:origin x="0" y="0"/>
    </p:cViewPr>
  </p:notesTextViewPr>
  <p:sorterViewPr>
    <p:cViewPr>
      <p:scale>
        <a:sx n="100" d="100"/>
        <a:sy n="100" d="100"/>
      </p:scale>
      <p:origin x="0" y="-158"/>
    </p:cViewPr>
  </p:sorter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commentAuthors" Target="commentAuthor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ags" Target="tags/tag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2024/8/5</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2024/8/5</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2.xml"/><Relationship Id="rId5" Type="http://schemas.openxmlformats.org/officeDocument/2006/relationships/tags" Target="../tags/tag25.xml"/><Relationship Id="rId4" Type="http://schemas.openxmlformats.org/officeDocument/2006/relationships/tags" Target="../tags/tag24.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Master" Target="../slideMasters/slideMaster2.xml"/><Relationship Id="rId4" Type="http://schemas.openxmlformats.org/officeDocument/2006/relationships/tags" Target="../tags/tag49.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2.xml"/><Relationship Id="rId5" Type="http://schemas.openxmlformats.org/officeDocument/2006/relationships/tags" Target="../tags/tag63.xml"/><Relationship Id="rId4" Type="http://schemas.openxmlformats.org/officeDocument/2006/relationships/tags" Target="../tags/tag6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slideMaster" Target="../slideMasters/slideMaster2.xml"/><Relationship Id="rId4" Type="http://schemas.openxmlformats.org/officeDocument/2006/relationships/tags" Target="../tags/tag67.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Layouts/_rels/slideLayout2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5" Type="http://schemas.openxmlformats.org/officeDocument/2006/relationships/tags" Target="../tags/tag93.xml"/><Relationship Id="rId10" Type="http://schemas.openxmlformats.org/officeDocument/2006/relationships/slideMaster" Target="../slideMasters/slideMaster2.xml"/><Relationship Id="rId4" Type="http://schemas.openxmlformats.org/officeDocument/2006/relationships/tags" Target="../tags/tag92.xml"/><Relationship Id="rId9" Type="http://schemas.openxmlformats.org/officeDocument/2006/relationships/tags" Target="../tags/tag97.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10" Type="http://schemas.openxmlformats.org/officeDocument/2006/relationships/slideMaster" Target="../slideMasters/slideMaster2.xml"/><Relationship Id="rId4" Type="http://schemas.openxmlformats.org/officeDocument/2006/relationships/tags" Target="../tags/tag101.xml"/><Relationship Id="rId9" Type="http://schemas.openxmlformats.org/officeDocument/2006/relationships/tags" Target="../tags/tag106.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14.xml"/><Relationship Id="rId3" Type="http://schemas.openxmlformats.org/officeDocument/2006/relationships/tags" Target="../tags/tag109.xml"/><Relationship Id="rId7" Type="http://schemas.openxmlformats.org/officeDocument/2006/relationships/tags" Target="../tags/tag113.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9"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2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openxmlformats.org/officeDocument/2006/relationships/slideMaster" Target="../slideMasters/slideMaster2.xml"/><Relationship Id="rId4" Type="http://schemas.openxmlformats.org/officeDocument/2006/relationships/tags" Target="../tags/tag118.xml"/><Relationship Id="rId9" Type="http://schemas.openxmlformats.org/officeDocument/2006/relationships/tags" Target="../tags/tag123.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26.xml"/><Relationship Id="rId7" Type="http://schemas.openxmlformats.org/officeDocument/2006/relationships/slideMaster" Target="../slideMasters/slideMaster2.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2024/8/5</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2024/8/5</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2024/8/5</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2024/8/5</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2024/8/5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2024/8/5</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2024/8/5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tags" Target="../tags/tag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tags" Target="../tags/tag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tags" Target="../tags/tag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tags" Target="../tags/tag6.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tags" Target="../tags/tag5.xml"/><Relationship Id="rId10" Type="http://schemas.openxmlformats.org/officeDocument/2006/relationships/slideLayout" Target="../slideLayouts/slideLayout20.xml"/><Relationship Id="rId19" Type="http://schemas.openxmlformats.org/officeDocument/2006/relationships/theme" Target="../theme/theme2.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2024/8/5</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slideLayout" Target="../slideLayouts/slideLayout17.xml"/><Relationship Id="rId5" Type="http://schemas.openxmlformats.org/officeDocument/2006/relationships/tags" Target="../tags/tag137.xml"/><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s>
</file>

<file path=ppt/slides/_rels/slide3.xml.rels><?xml version="1.0" encoding="UTF-8" standalone="yes"?>
<Relationships xmlns="http://schemas.openxmlformats.org/package/2006/relationships"><Relationship Id="rId8" Type="http://schemas.openxmlformats.org/officeDocument/2006/relationships/tags" Target="../tags/tag150.xml"/><Relationship Id="rId3" Type="http://schemas.openxmlformats.org/officeDocument/2006/relationships/tags" Target="../tags/tag145.xml"/><Relationship Id="rId7" Type="http://schemas.openxmlformats.org/officeDocument/2006/relationships/tags" Target="../tags/tag149.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slideLayout" Target="../slideLayouts/slideLayout17.xml"/><Relationship Id="rId5" Type="http://schemas.openxmlformats.org/officeDocument/2006/relationships/tags" Target="../tags/tag147.xml"/><Relationship Id="rId10" Type="http://schemas.openxmlformats.org/officeDocument/2006/relationships/tags" Target="../tags/tag152.xml"/><Relationship Id="rId4" Type="http://schemas.openxmlformats.org/officeDocument/2006/relationships/tags" Target="../tags/tag146.xml"/><Relationship Id="rId9" Type="http://schemas.openxmlformats.org/officeDocument/2006/relationships/tags" Target="../tags/tag15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7.xml"/><Relationship Id="rId1" Type="http://schemas.openxmlformats.org/officeDocument/2006/relationships/tags" Target="../tags/tag153.xml"/></Relationships>
</file>

<file path=ppt/slides/_rels/slide5.xml.rels><?xml version="1.0" encoding="UTF-8" standalone="yes"?>
<Relationships xmlns="http://schemas.openxmlformats.org/package/2006/relationships"><Relationship Id="rId26" Type="http://schemas.openxmlformats.org/officeDocument/2006/relationships/tags" Target="../tags/tag179.xml"/><Relationship Id="rId21" Type="http://schemas.openxmlformats.org/officeDocument/2006/relationships/tags" Target="../tags/tag174.xml"/><Relationship Id="rId42" Type="http://schemas.openxmlformats.org/officeDocument/2006/relationships/tags" Target="../tags/tag195.xml"/><Relationship Id="rId47" Type="http://schemas.openxmlformats.org/officeDocument/2006/relationships/tags" Target="../tags/tag200.xml"/><Relationship Id="rId63" Type="http://schemas.openxmlformats.org/officeDocument/2006/relationships/tags" Target="../tags/tag216.xml"/><Relationship Id="rId68" Type="http://schemas.openxmlformats.org/officeDocument/2006/relationships/tags" Target="../tags/tag221.xml"/><Relationship Id="rId84" Type="http://schemas.openxmlformats.org/officeDocument/2006/relationships/tags" Target="../tags/tag237.xml"/><Relationship Id="rId16" Type="http://schemas.openxmlformats.org/officeDocument/2006/relationships/tags" Target="../tags/tag169.xml"/><Relationship Id="rId11" Type="http://schemas.openxmlformats.org/officeDocument/2006/relationships/tags" Target="../tags/tag164.xml"/><Relationship Id="rId32" Type="http://schemas.openxmlformats.org/officeDocument/2006/relationships/tags" Target="../tags/tag185.xml"/><Relationship Id="rId37" Type="http://schemas.openxmlformats.org/officeDocument/2006/relationships/tags" Target="../tags/tag190.xml"/><Relationship Id="rId53" Type="http://schemas.openxmlformats.org/officeDocument/2006/relationships/tags" Target="../tags/tag206.xml"/><Relationship Id="rId58" Type="http://schemas.openxmlformats.org/officeDocument/2006/relationships/tags" Target="../tags/tag211.xml"/><Relationship Id="rId74" Type="http://schemas.openxmlformats.org/officeDocument/2006/relationships/tags" Target="../tags/tag227.xml"/><Relationship Id="rId79" Type="http://schemas.openxmlformats.org/officeDocument/2006/relationships/tags" Target="../tags/tag232.xml"/><Relationship Id="rId5" Type="http://schemas.openxmlformats.org/officeDocument/2006/relationships/tags" Target="../tags/tag158.xml"/><Relationship Id="rId19" Type="http://schemas.openxmlformats.org/officeDocument/2006/relationships/tags" Target="../tags/tag172.xml"/><Relationship Id="rId14" Type="http://schemas.openxmlformats.org/officeDocument/2006/relationships/tags" Target="../tags/tag167.xml"/><Relationship Id="rId22" Type="http://schemas.openxmlformats.org/officeDocument/2006/relationships/tags" Target="../tags/tag175.xml"/><Relationship Id="rId27" Type="http://schemas.openxmlformats.org/officeDocument/2006/relationships/tags" Target="../tags/tag180.xml"/><Relationship Id="rId30" Type="http://schemas.openxmlformats.org/officeDocument/2006/relationships/tags" Target="../tags/tag183.xml"/><Relationship Id="rId35" Type="http://schemas.openxmlformats.org/officeDocument/2006/relationships/tags" Target="../tags/tag188.xml"/><Relationship Id="rId43" Type="http://schemas.openxmlformats.org/officeDocument/2006/relationships/tags" Target="../tags/tag196.xml"/><Relationship Id="rId48" Type="http://schemas.openxmlformats.org/officeDocument/2006/relationships/tags" Target="../tags/tag201.xml"/><Relationship Id="rId56" Type="http://schemas.openxmlformats.org/officeDocument/2006/relationships/tags" Target="../tags/tag209.xml"/><Relationship Id="rId64" Type="http://schemas.openxmlformats.org/officeDocument/2006/relationships/tags" Target="../tags/tag217.xml"/><Relationship Id="rId69" Type="http://schemas.openxmlformats.org/officeDocument/2006/relationships/tags" Target="../tags/tag222.xml"/><Relationship Id="rId77" Type="http://schemas.openxmlformats.org/officeDocument/2006/relationships/tags" Target="../tags/tag230.xml"/><Relationship Id="rId8" Type="http://schemas.openxmlformats.org/officeDocument/2006/relationships/tags" Target="../tags/tag161.xml"/><Relationship Id="rId51" Type="http://schemas.openxmlformats.org/officeDocument/2006/relationships/tags" Target="../tags/tag204.xml"/><Relationship Id="rId72" Type="http://schemas.openxmlformats.org/officeDocument/2006/relationships/tags" Target="../tags/tag225.xml"/><Relationship Id="rId80" Type="http://schemas.openxmlformats.org/officeDocument/2006/relationships/tags" Target="../tags/tag233.xml"/><Relationship Id="rId85" Type="http://schemas.openxmlformats.org/officeDocument/2006/relationships/slideLayout" Target="../slideLayouts/slideLayout17.xml"/><Relationship Id="rId3" Type="http://schemas.openxmlformats.org/officeDocument/2006/relationships/tags" Target="../tags/tag156.xml"/><Relationship Id="rId12" Type="http://schemas.openxmlformats.org/officeDocument/2006/relationships/tags" Target="../tags/tag165.xml"/><Relationship Id="rId17" Type="http://schemas.openxmlformats.org/officeDocument/2006/relationships/tags" Target="../tags/tag170.xml"/><Relationship Id="rId25" Type="http://schemas.openxmlformats.org/officeDocument/2006/relationships/tags" Target="../tags/tag178.xml"/><Relationship Id="rId33" Type="http://schemas.openxmlformats.org/officeDocument/2006/relationships/tags" Target="../tags/tag186.xml"/><Relationship Id="rId38" Type="http://schemas.openxmlformats.org/officeDocument/2006/relationships/tags" Target="../tags/tag191.xml"/><Relationship Id="rId46" Type="http://schemas.openxmlformats.org/officeDocument/2006/relationships/tags" Target="../tags/tag199.xml"/><Relationship Id="rId59" Type="http://schemas.openxmlformats.org/officeDocument/2006/relationships/tags" Target="../tags/tag212.xml"/><Relationship Id="rId67" Type="http://schemas.openxmlformats.org/officeDocument/2006/relationships/tags" Target="../tags/tag220.xml"/><Relationship Id="rId20" Type="http://schemas.openxmlformats.org/officeDocument/2006/relationships/tags" Target="../tags/tag173.xml"/><Relationship Id="rId41" Type="http://schemas.openxmlformats.org/officeDocument/2006/relationships/tags" Target="../tags/tag194.xml"/><Relationship Id="rId54" Type="http://schemas.openxmlformats.org/officeDocument/2006/relationships/tags" Target="../tags/tag207.xml"/><Relationship Id="rId62" Type="http://schemas.openxmlformats.org/officeDocument/2006/relationships/tags" Target="../tags/tag215.xml"/><Relationship Id="rId70" Type="http://schemas.openxmlformats.org/officeDocument/2006/relationships/tags" Target="../tags/tag223.xml"/><Relationship Id="rId75" Type="http://schemas.openxmlformats.org/officeDocument/2006/relationships/tags" Target="../tags/tag228.xml"/><Relationship Id="rId83" Type="http://schemas.openxmlformats.org/officeDocument/2006/relationships/tags" Target="../tags/tag236.xml"/><Relationship Id="rId1" Type="http://schemas.openxmlformats.org/officeDocument/2006/relationships/tags" Target="../tags/tag154.xml"/><Relationship Id="rId6" Type="http://schemas.openxmlformats.org/officeDocument/2006/relationships/tags" Target="../tags/tag159.xml"/><Relationship Id="rId15" Type="http://schemas.openxmlformats.org/officeDocument/2006/relationships/tags" Target="../tags/tag168.xml"/><Relationship Id="rId23" Type="http://schemas.openxmlformats.org/officeDocument/2006/relationships/tags" Target="../tags/tag176.xml"/><Relationship Id="rId28" Type="http://schemas.openxmlformats.org/officeDocument/2006/relationships/tags" Target="../tags/tag181.xml"/><Relationship Id="rId36" Type="http://schemas.openxmlformats.org/officeDocument/2006/relationships/tags" Target="../tags/tag189.xml"/><Relationship Id="rId49" Type="http://schemas.openxmlformats.org/officeDocument/2006/relationships/tags" Target="../tags/tag202.xml"/><Relationship Id="rId57" Type="http://schemas.openxmlformats.org/officeDocument/2006/relationships/tags" Target="../tags/tag210.xml"/><Relationship Id="rId10" Type="http://schemas.openxmlformats.org/officeDocument/2006/relationships/tags" Target="../tags/tag163.xml"/><Relationship Id="rId31" Type="http://schemas.openxmlformats.org/officeDocument/2006/relationships/tags" Target="../tags/tag184.xml"/><Relationship Id="rId44" Type="http://schemas.openxmlformats.org/officeDocument/2006/relationships/tags" Target="../tags/tag197.xml"/><Relationship Id="rId52" Type="http://schemas.openxmlformats.org/officeDocument/2006/relationships/tags" Target="../tags/tag205.xml"/><Relationship Id="rId60" Type="http://schemas.openxmlformats.org/officeDocument/2006/relationships/tags" Target="../tags/tag213.xml"/><Relationship Id="rId65" Type="http://schemas.openxmlformats.org/officeDocument/2006/relationships/tags" Target="../tags/tag218.xml"/><Relationship Id="rId73" Type="http://schemas.openxmlformats.org/officeDocument/2006/relationships/tags" Target="../tags/tag226.xml"/><Relationship Id="rId78" Type="http://schemas.openxmlformats.org/officeDocument/2006/relationships/tags" Target="../tags/tag231.xml"/><Relationship Id="rId81" Type="http://schemas.openxmlformats.org/officeDocument/2006/relationships/tags" Target="../tags/tag234.xml"/><Relationship Id="rId4" Type="http://schemas.openxmlformats.org/officeDocument/2006/relationships/tags" Target="../tags/tag157.xml"/><Relationship Id="rId9" Type="http://schemas.openxmlformats.org/officeDocument/2006/relationships/tags" Target="../tags/tag162.xml"/><Relationship Id="rId13" Type="http://schemas.openxmlformats.org/officeDocument/2006/relationships/tags" Target="../tags/tag166.xml"/><Relationship Id="rId18" Type="http://schemas.openxmlformats.org/officeDocument/2006/relationships/tags" Target="../tags/tag171.xml"/><Relationship Id="rId39" Type="http://schemas.openxmlformats.org/officeDocument/2006/relationships/tags" Target="../tags/tag192.xml"/><Relationship Id="rId34" Type="http://schemas.openxmlformats.org/officeDocument/2006/relationships/tags" Target="../tags/tag187.xml"/><Relationship Id="rId50" Type="http://schemas.openxmlformats.org/officeDocument/2006/relationships/tags" Target="../tags/tag203.xml"/><Relationship Id="rId55" Type="http://schemas.openxmlformats.org/officeDocument/2006/relationships/tags" Target="../tags/tag208.xml"/><Relationship Id="rId76" Type="http://schemas.openxmlformats.org/officeDocument/2006/relationships/tags" Target="../tags/tag229.xml"/><Relationship Id="rId7" Type="http://schemas.openxmlformats.org/officeDocument/2006/relationships/tags" Target="../tags/tag160.xml"/><Relationship Id="rId71" Type="http://schemas.openxmlformats.org/officeDocument/2006/relationships/tags" Target="../tags/tag224.xml"/><Relationship Id="rId2" Type="http://schemas.openxmlformats.org/officeDocument/2006/relationships/tags" Target="../tags/tag155.xml"/><Relationship Id="rId29" Type="http://schemas.openxmlformats.org/officeDocument/2006/relationships/tags" Target="../tags/tag182.xml"/><Relationship Id="rId24" Type="http://schemas.openxmlformats.org/officeDocument/2006/relationships/tags" Target="../tags/tag177.xml"/><Relationship Id="rId40" Type="http://schemas.openxmlformats.org/officeDocument/2006/relationships/tags" Target="../tags/tag193.xml"/><Relationship Id="rId45" Type="http://schemas.openxmlformats.org/officeDocument/2006/relationships/tags" Target="../tags/tag198.xml"/><Relationship Id="rId66" Type="http://schemas.openxmlformats.org/officeDocument/2006/relationships/tags" Target="../tags/tag219.xml"/><Relationship Id="rId61" Type="http://schemas.openxmlformats.org/officeDocument/2006/relationships/tags" Target="../tags/tag214.xml"/><Relationship Id="rId82" Type="http://schemas.openxmlformats.org/officeDocument/2006/relationships/tags" Target="../tags/tag235.xml"/></Relationships>
</file>

<file path=ppt/slides/_rels/slide6.xml.rels><?xml version="1.0" encoding="UTF-8" standalone="yes"?>
<Relationships xmlns="http://schemas.openxmlformats.org/package/2006/relationships"><Relationship Id="rId8" Type="http://schemas.openxmlformats.org/officeDocument/2006/relationships/tags" Target="../tags/tag245.xml"/><Relationship Id="rId3" Type="http://schemas.openxmlformats.org/officeDocument/2006/relationships/tags" Target="../tags/tag240.xml"/><Relationship Id="rId7" Type="http://schemas.openxmlformats.org/officeDocument/2006/relationships/tags" Target="../tags/tag244.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tags" Target="../tags/tag243.xml"/><Relationship Id="rId11" Type="http://schemas.openxmlformats.org/officeDocument/2006/relationships/slideLayout" Target="../slideLayouts/slideLayout17.xml"/><Relationship Id="rId5" Type="http://schemas.openxmlformats.org/officeDocument/2006/relationships/tags" Target="../tags/tag242.xml"/><Relationship Id="rId10" Type="http://schemas.openxmlformats.org/officeDocument/2006/relationships/tags" Target="../tags/tag247.xml"/><Relationship Id="rId4" Type="http://schemas.openxmlformats.org/officeDocument/2006/relationships/tags" Target="../tags/tag241.xml"/><Relationship Id="rId9" Type="http://schemas.openxmlformats.org/officeDocument/2006/relationships/tags" Target="../tags/tag246.xml"/></Relationships>
</file>

<file path=ppt/slides/_rels/slide7.xml.rels><?xml version="1.0" encoding="UTF-8" standalone="yes"?>
<Relationships xmlns="http://schemas.openxmlformats.org/package/2006/relationships"><Relationship Id="rId8" Type="http://schemas.openxmlformats.org/officeDocument/2006/relationships/tags" Target="../tags/tag255.xml"/><Relationship Id="rId13" Type="http://schemas.openxmlformats.org/officeDocument/2006/relationships/tags" Target="../tags/tag260.xml"/><Relationship Id="rId18" Type="http://schemas.openxmlformats.org/officeDocument/2006/relationships/tags" Target="../tags/tag265.xml"/><Relationship Id="rId26" Type="http://schemas.openxmlformats.org/officeDocument/2006/relationships/tags" Target="../tags/tag273.xml"/><Relationship Id="rId3" Type="http://schemas.openxmlformats.org/officeDocument/2006/relationships/tags" Target="../tags/tag250.xml"/><Relationship Id="rId21" Type="http://schemas.openxmlformats.org/officeDocument/2006/relationships/tags" Target="../tags/tag268.xml"/><Relationship Id="rId7" Type="http://schemas.openxmlformats.org/officeDocument/2006/relationships/tags" Target="../tags/tag254.xml"/><Relationship Id="rId12" Type="http://schemas.openxmlformats.org/officeDocument/2006/relationships/tags" Target="../tags/tag259.xml"/><Relationship Id="rId17" Type="http://schemas.openxmlformats.org/officeDocument/2006/relationships/tags" Target="../tags/tag264.xml"/><Relationship Id="rId25" Type="http://schemas.openxmlformats.org/officeDocument/2006/relationships/tags" Target="../tags/tag272.xml"/><Relationship Id="rId2" Type="http://schemas.openxmlformats.org/officeDocument/2006/relationships/tags" Target="../tags/tag249.xml"/><Relationship Id="rId16" Type="http://schemas.openxmlformats.org/officeDocument/2006/relationships/tags" Target="../tags/tag263.xml"/><Relationship Id="rId20" Type="http://schemas.openxmlformats.org/officeDocument/2006/relationships/tags" Target="../tags/tag267.xml"/><Relationship Id="rId1" Type="http://schemas.openxmlformats.org/officeDocument/2006/relationships/tags" Target="../tags/tag248.xml"/><Relationship Id="rId6" Type="http://schemas.openxmlformats.org/officeDocument/2006/relationships/tags" Target="../tags/tag253.xml"/><Relationship Id="rId11" Type="http://schemas.openxmlformats.org/officeDocument/2006/relationships/tags" Target="../tags/tag258.xml"/><Relationship Id="rId24" Type="http://schemas.openxmlformats.org/officeDocument/2006/relationships/tags" Target="../tags/tag271.xml"/><Relationship Id="rId5" Type="http://schemas.openxmlformats.org/officeDocument/2006/relationships/tags" Target="../tags/tag252.xml"/><Relationship Id="rId15" Type="http://schemas.openxmlformats.org/officeDocument/2006/relationships/tags" Target="../tags/tag262.xml"/><Relationship Id="rId23" Type="http://schemas.openxmlformats.org/officeDocument/2006/relationships/tags" Target="../tags/tag270.xml"/><Relationship Id="rId10" Type="http://schemas.openxmlformats.org/officeDocument/2006/relationships/tags" Target="../tags/tag257.xml"/><Relationship Id="rId19" Type="http://schemas.openxmlformats.org/officeDocument/2006/relationships/tags" Target="../tags/tag266.xml"/><Relationship Id="rId4" Type="http://schemas.openxmlformats.org/officeDocument/2006/relationships/tags" Target="../tags/tag251.xml"/><Relationship Id="rId9" Type="http://schemas.openxmlformats.org/officeDocument/2006/relationships/tags" Target="../tags/tag256.xml"/><Relationship Id="rId14" Type="http://schemas.openxmlformats.org/officeDocument/2006/relationships/tags" Target="../tags/tag261.xml"/><Relationship Id="rId22" Type="http://schemas.openxmlformats.org/officeDocument/2006/relationships/tags" Target="../tags/tag269.xml"/><Relationship Id="rId27"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8" Type="http://schemas.openxmlformats.org/officeDocument/2006/relationships/tags" Target="../tags/tag281.xml"/><Relationship Id="rId3" Type="http://schemas.openxmlformats.org/officeDocument/2006/relationships/tags" Target="../tags/tag276.xml"/><Relationship Id="rId7" Type="http://schemas.openxmlformats.org/officeDocument/2006/relationships/tags" Target="../tags/tag280.xml"/><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tags" Target="../tags/tag279.xml"/><Relationship Id="rId11" Type="http://schemas.openxmlformats.org/officeDocument/2006/relationships/slideLayout" Target="../slideLayouts/slideLayout17.xml"/><Relationship Id="rId5" Type="http://schemas.openxmlformats.org/officeDocument/2006/relationships/tags" Target="../tags/tag278.xml"/><Relationship Id="rId10" Type="http://schemas.openxmlformats.org/officeDocument/2006/relationships/tags" Target="../tags/tag283.xml"/><Relationship Id="rId4" Type="http://schemas.openxmlformats.org/officeDocument/2006/relationships/tags" Target="../tags/tag277.xml"/><Relationship Id="rId9" Type="http://schemas.openxmlformats.org/officeDocument/2006/relationships/tags" Target="../tags/tag282.xml"/></Relationships>
</file>

<file path=ppt/slides/_rels/slide9.xml.rels><?xml version="1.0" encoding="UTF-8" standalone="yes"?>
<Relationships xmlns="http://schemas.openxmlformats.org/package/2006/relationships"><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tags" Target="../tags/tag284.xml"/><Relationship Id="rId6" Type="http://schemas.openxmlformats.org/officeDocument/2006/relationships/slideLayout" Target="../slideLayouts/slideLayout17.xml"/><Relationship Id="rId5" Type="http://schemas.openxmlformats.org/officeDocument/2006/relationships/tags" Target="../tags/tag288.xml"/><Relationship Id="rId4" Type="http://schemas.openxmlformats.org/officeDocument/2006/relationships/tags" Target="../tags/tag287.xml"/></Relationships>
</file>

<file path=ppt/slides/_rels/slide10.xml.rels><?xml version="1.0" encoding="UTF-8" standalone="yes"?>
<Relationships xmlns="http://schemas.openxmlformats.org/package/2006/relationships"><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tags" Target="../tags/tag289.xml"/><Relationship Id="rId6" Type="http://schemas.openxmlformats.org/officeDocument/2006/relationships/slideLayout" Target="../slideLayouts/slideLayout17.xml"/><Relationship Id="rId5" Type="http://schemas.openxmlformats.org/officeDocument/2006/relationships/tags" Target="../tags/tag293.xml"/><Relationship Id="rId4" Type="http://schemas.openxmlformats.org/officeDocument/2006/relationships/tags" Target="../tags/tag292.xml"/></Relationships>
</file>

<file path=ppt/slides/_rels/slide11.xml.rels><?xml version="1.0" encoding="UTF-8" standalone="yes"?>
<Relationships xmlns="http://schemas.openxmlformats.org/package/2006/relationships"><Relationship Id="rId3" Type="http://schemas.openxmlformats.org/officeDocument/2006/relationships/tags" Target="../tags/tag296.xml"/><Relationship Id="rId7" Type="http://schemas.openxmlformats.org/officeDocument/2006/relationships/slideLayout" Target="../slideLayouts/slideLayout17.xm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s>
</file>

<file path=ppt/slides/_rels/slide12.xml.rels><?xml version="1.0" encoding="UTF-8" standalone="yes"?>
<Relationships xmlns="http://schemas.openxmlformats.org/package/2006/relationships"><Relationship Id="rId3" Type="http://schemas.openxmlformats.org/officeDocument/2006/relationships/tags" Target="../tags/tag302.xml"/><Relationship Id="rId7" Type="http://schemas.openxmlformats.org/officeDocument/2006/relationships/slideLayout" Target="../slideLayouts/slideLayout17.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5" Type="http://schemas.openxmlformats.org/officeDocument/2006/relationships/tags" Target="../tags/tag304.xml"/><Relationship Id="rId4" Type="http://schemas.openxmlformats.org/officeDocument/2006/relationships/tags" Target="../tags/tag303.xml"/></Relationships>
</file>

<file path=ppt/slides/_rels/slide13.xml.rels><?xml version="1.0" encoding="UTF-8" standalone="yes"?>
<Relationships xmlns="http://schemas.openxmlformats.org/package/2006/relationships"><Relationship Id="rId3" Type="http://schemas.openxmlformats.org/officeDocument/2006/relationships/tags" Target="../tags/tag308.xml"/><Relationship Id="rId7" Type="http://schemas.openxmlformats.org/officeDocument/2006/relationships/slideLayout" Target="../slideLayouts/slideLayout17.xml"/><Relationship Id="rId2" Type="http://schemas.openxmlformats.org/officeDocument/2006/relationships/tags" Target="../tags/tag307.xml"/><Relationship Id="rId1" Type="http://schemas.openxmlformats.org/officeDocument/2006/relationships/tags" Target="../tags/tag306.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s>
</file>

<file path=ppt/slides/_rels/slide14.xml.rels><?xml version="1.0" encoding="UTF-8" standalone="yes"?>
<Relationships xmlns="http://schemas.openxmlformats.org/package/2006/relationships"><Relationship Id="rId3" Type="http://schemas.openxmlformats.org/officeDocument/2006/relationships/tags" Target="../tags/tag314.xml"/><Relationship Id="rId7" Type="http://schemas.openxmlformats.org/officeDocument/2006/relationships/slideLayout" Target="../slideLayouts/slideLayout17.xml"/><Relationship Id="rId2" Type="http://schemas.openxmlformats.org/officeDocument/2006/relationships/tags" Target="../tags/tag313.xml"/><Relationship Id="rId1" Type="http://schemas.openxmlformats.org/officeDocument/2006/relationships/tags" Target="../tags/tag312.xml"/><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s>
</file>

<file path=ppt/slides/_rels/slide15.xml.rels><?xml version="1.0" encoding="UTF-8" standalone="yes"?>
<Relationships xmlns="http://schemas.openxmlformats.org/package/2006/relationships"><Relationship Id="rId8" Type="http://schemas.openxmlformats.org/officeDocument/2006/relationships/tags" Target="../tags/tag325.xml"/><Relationship Id="rId3" Type="http://schemas.openxmlformats.org/officeDocument/2006/relationships/tags" Target="../tags/tag320.xml"/><Relationship Id="rId7" Type="http://schemas.openxmlformats.org/officeDocument/2006/relationships/tags" Target="../tags/tag324.xml"/><Relationship Id="rId12" Type="http://schemas.openxmlformats.org/officeDocument/2006/relationships/slideLayout" Target="../slideLayouts/slideLayout17.xml"/><Relationship Id="rId2" Type="http://schemas.openxmlformats.org/officeDocument/2006/relationships/tags" Target="../tags/tag319.xml"/><Relationship Id="rId1" Type="http://schemas.openxmlformats.org/officeDocument/2006/relationships/tags" Target="../tags/tag318.xml"/><Relationship Id="rId6" Type="http://schemas.openxmlformats.org/officeDocument/2006/relationships/tags" Target="../tags/tag323.xml"/><Relationship Id="rId11" Type="http://schemas.openxmlformats.org/officeDocument/2006/relationships/tags" Target="../tags/tag328.xml"/><Relationship Id="rId5" Type="http://schemas.openxmlformats.org/officeDocument/2006/relationships/tags" Target="../tags/tag322.xml"/><Relationship Id="rId10" Type="http://schemas.openxmlformats.org/officeDocument/2006/relationships/tags" Target="../tags/tag327.xml"/><Relationship Id="rId4" Type="http://schemas.openxmlformats.org/officeDocument/2006/relationships/tags" Target="../tags/tag321.xml"/><Relationship Id="rId9" Type="http://schemas.openxmlformats.org/officeDocument/2006/relationships/tags" Target="../tags/tag326.xml"/></Relationships>
</file>

<file path=ppt/slides/_rels/slide16.xml.rels><?xml version="1.0" encoding="UTF-8" standalone="yes"?>
<Relationships xmlns="http://schemas.openxmlformats.org/package/2006/relationships"><Relationship Id="rId3" Type="http://schemas.openxmlformats.org/officeDocument/2006/relationships/tags" Target="../tags/tag331.xml"/><Relationship Id="rId7" Type="http://schemas.openxmlformats.org/officeDocument/2006/relationships/slideLayout" Target="../slideLayouts/slideLayout17.xml"/><Relationship Id="rId2" Type="http://schemas.openxmlformats.org/officeDocument/2006/relationships/tags" Target="../tags/tag330.xml"/><Relationship Id="rId1" Type="http://schemas.openxmlformats.org/officeDocument/2006/relationships/tags" Target="../tags/tag329.xml"/><Relationship Id="rId6" Type="http://schemas.openxmlformats.org/officeDocument/2006/relationships/tags" Target="../tags/tag334.xml"/><Relationship Id="rId5" Type="http://schemas.openxmlformats.org/officeDocument/2006/relationships/tags" Target="../tags/tag333.xml"/><Relationship Id="rId4" Type="http://schemas.openxmlformats.org/officeDocument/2006/relationships/tags" Target="../tags/tag332.xml"/></Relationships>
</file>

<file path=ppt/slides/_rels/slide17.xml.rels><?xml version="1.0" encoding="UTF-8" standalone="yes"?>
<Relationships xmlns="http://schemas.openxmlformats.org/package/2006/relationships"><Relationship Id="rId8" Type="http://schemas.openxmlformats.org/officeDocument/2006/relationships/tags" Target="../tags/tag342.xml"/><Relationship Id="rId3" Type="http://schemas.openxmlformats.org/officeDocument/2006/relationships/tags" Target="../tags/tag337.xml"/><Relationship Id="rId7" Type="http://schemas.openxmlformats.org/officeDocument/2006/relationships/tags" Target="../tags/tag341.xml"/><Relationship Id="rId12" Type="http://schemas.openxmlformats.org/officeDocument/2006/relationships/slideLayout" Target="../slideLayouts/slideLayout17.xml"/><Relationship Id="rId2" Type="http://schemas.openxmlformats.org/officeDocument/2006/relationships/tags" Target="../tags/tag336.xml"/><Relationship Id="rId1" Type="http://schemas.openxmlformats.org/officeDocument/2006/relationships/tags" Target="../tags/tag335.xml"/><Relationship Id="rId6" Type="http://schemas.openxmlformats.org/officeDocument/2006/relationships/tags" Target="../tags/tag340.xml"/><Relationship Id="rId11" Type="http://schemas.openxmlformats.org/officeDocument/2006/relationships/tags" Target="../tags/tag345.xml"/><Relationship Id="rId5" Type="http://schemas.openxmlformats.org/officeDocument/2006/relationships/tags" Target="../tags/tag339.xml"/><Relationship Id="rId10" Type="http://schemas.openxmlformats.org/officeDocument/2006/relationships/tags" Target="../tags/tag344.xml"/><Relationship Id="rId4" Type="http://schemas.openxmlformats.org/officeDocument/2006/relationships/tags" Target="../tags/tag338.xml"/><Relationship Id="rId9" Type="http://schemas.openxmlformats.org/officeDocument/2006/relationships/tags" Target="../tags/tag343.xml"/></Relationships>
</file>

<file path=ppt/slides/_rels/slide18.xml.rels><?xml version="1.0" encoding="UTF-8" standalone="yes"?>
<Relationships xmlns="http://schemas.openxmlformats.org/package/2006/relationships"><Relationship Id="rId3" Type="http://schemas.openxmlformats.org/officeDocument/2006/relationships/tags" Target="../tags/tag348.xml"/><Relationship Id="rId7" Type="http://schemas.openxmlformats.org/officeDocument/2006/relationships/slideLayout" Target="../slideLayouts/slideLayout17.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tags" Target="../tags/tag351.xml"/><Relationship Id="rId5" Type="http://schemas.openxmlformats.org/officeDocument/2006/relationships/tags" Target="../tags/tag350.xml"/><Relationship Id="rId4" Type="http://schemas.openxmlformats.org/officeDocument/2006/relationships/tags" Target="../tags/tag349.xml"/></Relationships>
</file>

<file path=ppt/slides/_rels/slide19.xml.rels><?xml version="1.0" encoding="UTF-8" standalone="yes"?>
<Relationships xmlns="http://schemas.openxmlformats.org/package/2006/relationships"><Relationship Id="rId3" Type="http://schemas.openxmlformats.org/officeDocument/2006/relationships/tags" Target="../tags/tag354.xml"/><Relationship Id="rId7" Type="http://schemas.openxmlformats.org/officeDocument/2006/relationships/slideLayout" Target="../slideLayouts/slideLayout17.xml"/><Relationship Id="rId2" Type="http://schemas.openxmlformats.org/officeDocument/2006/relationships/tags" Target="../tags/tag353.xml"/><Relationship Id="rId1" Type="http://schemas.openxmlformats.org/officeDocument/2006/relationships/tags" Target="../tags/tag352.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tags" Target="../tags/tag355.xml"/></Relationships>
</file>

<file path=ppt/slides/_rels/slide20.xml.rels><?xml version="1.0" encoding="UTF-8" standalone="yes"?>
<Relationships xmlns="http://schemas.openxmlformats.org/package/2006/relationships"><Relationship Id="rId8" Type="http://schemas.openxmlformats.org/officeDocument/2006/relationships/tags" Target="../tags/tag365.xml"/><Relationship Id="rId3" Type="http://schemas.openxmlformats.org/officeDocument/2006/relationships/tags" Target="../tags/tag360.xml"/><Relationship Id="rId7" Type="http://schemas.openxmlformats.org/officeDocument/2006/relationships/tags" Target="../tags/tag364.xml"/><Relationship Id="rId12" Type="http://schemas.openxmlformats.org/officeDocument/2006/relationships/slideLayout" Target="../slideLayouts/slideLayout17.xml"/><Relationship Id="rId2" Type="http://schemas.openxmlformats.org/officeDocument/2006/relationships/tags" Target="../tags/tag359.xml"/><Relationship Id="rId1" Type="http://schemas.openxmlformats.org/officeDocument/2006/relationships/tags" Target="../tags/tag358.xml"/><Relationship Id="rId6" Type="http://schemas.openxmlformats.org/officeDocument/2006/relationships/tags" Target="../tags/tag363.xml"/><Relationship Id="rId11" Type="http://schemas.openxmlformats.org/officeDocument/2006/relationships/tags" Target="../tags/tag368.xml"/><Relationship Id="rId5" Type="http://schemas.openxmlformats.org/officeDocument/2006/relationships/tags" Target="../tags/tag362.xml"/><Relationship Id="rId10" Type="http://schemas.openxmlformats.org/officeDocument/2006/relationships/tags" Target="../tags/tag367.xml"/><Relationship Id="rId4" Type="http://schemas.openxmlformats.org/officeDocument/2006/relationships/tags" Target="../tags/tag361.xml"/><Relationship Id="rId9" Type="http://schemas.openxmlformats.org/officeDocument/2006/relationships/tags" Target="../tags/tag366.xml"/></Relationships>
</file>

<file path=ppt/slides/_rels/slide21.xml.rels><?xml version="1.0" encoding="UTF-8" standalone="yes"?>
<Relationships xmlns="http://schemas.openxmlformats.org/package/2006/relationships"><Relationship Id="rId3" Type="http://schemas.openxmlformats.org/officeDocument/2006/relationships/tags" Target="../tags/tag371.xml"/><Relationship Id="rId7" Type="http://schemas.openxmlformats.org/officeDocument/2006/relationships/slideLayout" Target="../slideLayouts/slideLayout17.xml"/><Relationship Id="rId2" Type="http://schemas.openxmlformats.org/officeDocument/2006/relationships/tags" Target="../tags/tag370.xml"/><Relationship Id="rId1" Type="http://schemas.openxmlformats.org/officeDocument/2006/relationships/tags" Target="../tags/tag369.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s>
</file>

<file path=ppt/slides/_rels/slide22.xml.rels><?xml version="1.0" encoding="UTF-8" standalone="yes"?>
<Relationships xmlns="http://schemas.openxmlformats.org/package/2006/relationships"><Relationship Id="rId8" Type="http://schemas.openxmlformats.org/officeDocument/2006/relationships/tags" Target="../tags/tag382.xml"/><Relationship Id="rId3" Type="http://schemas.openxmlformats.org/officeDocument/2006/relationships/tags" Target="../tags/tag377.xml"/><Relationship Id="rId7" Type="http://schemas.openxmlformats.org/officeDocument/2006/relationships/tags" Target="../tags/tag381.xml"/><Relationship Id="rId12" Type="http://schemas.openxmlformats.org/officeDocument/2006/relationships/slideLayout" Target="../slideLayouts/slideLayout17.xml"/><Relationship Id="rId2" Type="http://schemas.openxmlformats.org/officeDocument/2006/relationships/tags" Target="../tags/tag376.xml"/><Relationship Id="rId1" Type="http://schemas.openxmlformats.org/officeDocument/2006/relationships/tags" Target="../tags/tag375.xml"/><Relationship Id="rId6" Type="http://schemas.openxmlformats.org/officeDocument/2006/relationships/tags" Target="../tags/tag380.xml"/><Relationship Id="rId11" Type="http://schemas.openxmlformats.org/officeDocument/2006/relationships/tags" Target="../tags/tag385.xml"/><Relationship Id="rId5" Type="http://schemas.openxmlformats.org/officeDocument/2006/relationships/tags" Target="../tags/tag379.xml"/><Relationship Id="rId10" Type="http://schemas.openxmlformats.org/officeDocument/2006/relationships/tags" Target="../tags/tag384.xml"/><Relationship Id="rId4" Type="http://schemas.openxmlformats.org/officeDocument/2006/relationships/tags" Target="../tags/tag378.xml"/><Relationship Id="rId9" Type="http://schemas.openxmlformats.org/officeDocument/2006/relationships/tags" Target="../tags/tag383.xml"/></Relationships>
</file>

<file path=ppt/slides/_rels/slide23.xml.rels><?xml version="1.0" encoding="UTF-8" standalone="yes"?>
<Relationships xmlns="http://schemas.openxmlformats.org/package/2006/relationships"><Relationship Id="rId3" Type="http://schemas.openxmlformats.org/officeDocument/2006/relationships/tags" Target="../tags/tag388.xml"/><Relationship Id="rId7" Type="http://schemas.openxmlformats.org/officeDocument/2006/relationships/slideLayout" Target="../slideLayouts/slideLayout17.xml"/><Relationship Id="rId2" Type="http://schemas.openxmlformats.org/officeDocument/2006/relationships/tags" Target="../tags/tag387.xml"/><Relationship Id="rId1" Type="http://schemas.openxmlformats.org/officeDocument/2006/relationships/tags" Target="../tags/tag386.xml"/><Relationship Id="rId6" Type="http://schemas.openxmlformats.org/officeDocument/2006/relationships/tags" Target="../tags/tag391.xml"/><Relationship Id="rId5" Type="http://schemas.openxmlformats.org/officeDocument/2006/relationships/tags" Target="../tags/tag390.xml"/><Relationship Id="rId4" Type="http://schemas.openxmlformats.org/officeDocument/2006/relationships/tags" Target="../tags/tag389.xml"/></Relationships>
</file>

<file path=ppt/slides/_rels/slide24.xml.rels><?xml version="1.0" encoding="UTF-8" standalone="yes"?>
<Relationships xmlns="http://schemas.openxmlformats.org/package/2006/relationships"><Relationship Id="rId3" Type="http://schemas.openxmlformats.org/officeDocument/2006/relationships/tags" Target="../tags/tag394.xml"/><Relationship Id="rId7" Type="http://schemas.openxmlformats.org/officeDocument/2006/relationships/slideLayout" Target="../slideLayouts/slideLayout17.xml"/><Relationship Id="rId2" Type="http://schemas.openxmlformats.org/officeDocument/2006/relationships/tags" Target="../tags/tag393.xml"/><Relationship Id="rId1" Type="http://schemas.openxmlformats.org/officeDocument/2006/relationships/tags" Target="../tags/tag392.xml"/><Relationship Id="rId6" Type="http://schemas.openxmlformats.org/officeDocument/2006/relationships/tags" Target="../tags/tag397.xml"/><Relationship Id="rId5" Type="http://schemas.openxmlformats.org/officeDocument/2006/relationships/tags" Target="../tags/tag396.xml"/><Relationship Id="rId4" Type="http://schemas.openxmlformats.org/officeDocument/2006/relationships/tags" Target="../tags/tag395.xml"/></Relationships>
</file>

<file path=ppt/slides/_rels/slide25.xml.rels><?xml version="1.0" encoding="UTF-8" standalone="yes"?>
<Relationships xmlns="http://schemas.openxmlformats.org/package/2006/relationships"><Relationship Id="rId3" Type="http://schemas.openxmlformats.org/officeDocument/2006/relationships/tags" Target="../tags/tag400.xml"/><Relationship Id="rId7" Type="http://schemas.openxmlformats.org/officeDocument/2006/relationships/slideLayout" Target="../slideLayouts/slideLayout17.xml"/><Relationship Id="rId2" Type="http://schemas.openxmlformats.org/officeDocument/2006/relationships/tags" Target="../tags/tag399.xml"/><Relationship Id="rId1" Type="http://schemas.openxmlformats.org/officeDocument/2006/relationships/tags" Target="../tags/tag398.xml"/><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s>
</file>

<file path=ppt/slides/_rels/slide26.xml.rels><?xml version="1.0" encoding="UTF-8" standalone="yes"?>
<Relationships xmlns="http://schemas.openxmlformats.org/package/2006/relationships"><Relationship Id="rId3" Type="http://schemas.openxmlformats.org/officeDocument/2006/relationships/tags" Target="../tags/tag406.xml"/><Relationship Id="rId7" Type="http://schemas.openxmlformats.org/officeDocument/2006/relationships/slideLayout" Target="../slideLayouts/slideLayout17.xml"/><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s>
</file>

<file path=ppt/slides/_rels/slide27.xml.rels><?xml version="1.0" encoding="UTF-8" standalone="yes"?>
<Relationships xmlns="http://schemas.openxmlformats.org/package/2006/relationships"><Relationship Id="rId3" Type="http://schemas.openxmlformats.org/officeDocument/2006/relationships/tags" Target="../tags/tag412.xml"/><Relationship Id="rId7" Type="http://schemas.openxmlformats.org/officeDocument/2006/relationships/slideLayout" Target="../slideLayouts/slideLayout17.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tags" Target="../tags/tag415.xml"/><Relationship Id="rId5" Type="http://schemas.openxmlformats.org/officeDocument/2006/relationships/tags" Target="../tags/tag414.xml"/><Relationship Id="rId4" Type="http://schemas.openxmlformats.org/officeDocument/2006/relationships/tags" Target="../tags/tag413.xml"/></Relationships>
</file>

<file path=ppt/slides/_rels/slide28.xml.rels><?xml version="1.0" encoding="UTF-8" standalone="yes"?>
<Relationships xmlns="http://schemas.openxmlformats.org/package/2006/relationships"><Relationship Id="rId8" Type="http://schemas.openxmlformats.org/officeDocument/2006/relationships/tags" Target="../tags/tag423.xml"/><Relationship Id="rId3" Type="http://schemas.openxmlformats.org/officeDocument/2006/relationships/tags" Target="../tags/tag418.xml"/><Relationship Id="rId7" Type="http://schemas.openxmlformats.org/officeDocument/2006/relationships/tags" Target="../tags/tag422.xml"/><Relationship Id="rId12" Type="http://schemas.openxmlformats.org/officeDocument/2006/relationships/slideLayout" Target="../slideLayouts/slideLayout17.xml"/><Relationship Id="rId2" Type="http://schemas.openxmlformats.org/officeDocument/2006/relationships/tags" Target="../tags/tag417.xml"/><Relationship Id="rId1" Type="http://schemas.openxmlformats.org/officeDocument/2006/relationships/tags" Target="../tags/tag416.xml"/><Relationship Id="rId6" Type="http://schemas.openxmlformats.org/officeDocument/2006/relationships/tags" Target="../tags/tag421.xml"/><Relationship Id="rId11" Type="http://schemas.openxmlformats.org/officeDocument/2006/relationships/tags" Target="../tags/tag426.xml"/><Relationship Id="rId5" Type="http://schemas.openxmlformats.org/officeDocument/2006/relationships/tags" Target="../tags/tag420.xml"/><Relationship Id="rId10" Type="http://schemas.openxmlformats.org/officeDocument/2006/relationships/tags" Target="../tags/tag425.xml"/><Relationship Id="rId4" Type="http://schemas.openxmlformats.org/officeDocument/2006/relationships/tags" Target="../tags/tag419.xml"/><Relationship Id="rId9" Type="http://schemas.openxmlformats.org/officeDocument/2006/relationships/tags" Target="../tags/tag424.xml"/></Relationships>
</file>

<file path=ppt/slides/_rels/slide29.xml.rels><?xml version="1.0" encoding="UTF-8" standalone="yes"?>
<Relationships xmlns="http://schemas.openxmlformats.org/package/2006/relationships"><Relationship Id="rId3" Type="http://schemas.openxmlformats.org/officeDocument/2006/relationships/tags" Target="../tags/tag429.xml"/><Relationship Id="rId7" Type="http://schemas.openxmlformats.org/officeDocument/2006/relationships/slideLayout" Target="../slideLayouts/slideLayout17.xml"/><Relationship Id="rId2" Type="http://schemas.openxmlformats.org/officeDocument/2006/relationships/tags" Target="../tags/tag428.xml"/><Relationship Id="rId1" Type="http://schemas.openxmlformats.org/officeDocument/2006/relationships/tags" Target="../tags/tag427.xml"/><Relationship Id="rId6" Type="http://schemas.openxmlformats.org/officeDocument/2006/relationships/tags" Target="../tags/tag432.xml"/><Relationship Id="rId5" Type="http://schemas.openxmlformats.org/officeDocument/2006/relationships/tags" Target="../tags/tag431.xml"/><Relationship Id="rId4" Type="http://schemas.openxmlformats.org/officeDocument/2006/relationships/tags" Target="../tags/tag430.xml"/></Relationships>
</file>

<file path=ppt/slides/_rels/slide30.xml.rels><?xml version="1.0" encoding="UTF-8" standalone="yes"?>
<Relationships xmlns="http://schemas.openxmlformats.org/package/2006/relationships"><Relationship Id="rId3" Type="http://schemas.openxmlformats.org/officeDocument/2006/relationships/tags" Target="../tags/tag435.xml"/><Relationship Id="rId7" Type="http://schemas.openxmlformats.org/officeDocument/2006/relationships/slideLayout" Target="../slideLayouts/slideLayout17.xml"/><Relationship Id="rId2" Type="http://schemas.openxmlformats.org/officeDocument/2006/relationships/tags" Target="../tags/tag434.xml"/><Relationship Id="rId1" Type="http://schemas.openxmlformats.org/officeDocument/2006/relationships/tags" Target="../tags/tag433.xml"/><Relationship Id="rId6" Type="http://schemas.openxmlformats.org/officeDocument/2006/relationships/tags" Target="../tags/tag438.xml"/><Relationship Id="rId5" Type="http://schemas.openxmlformats.org/officeDocument/2006/relationships/tags" Target="../tags/tag437.xml"/><Relationship Id="rId4" Type="http://schemas.openxmlformats.org/officeDocument/2006/relationships/tags" Target="../tags/tag436.xml"/></Relationships>
</file>

<file path=ppt/slides/_rels/slide31.xml.rels><?xml version="1.0" encoding="UTF-8" standalone="yes"?>
<Relationships xmlns="http://schemas.openxmlformats.org/package/2006/relationships"><Relationship Id="rId3" Type="http://schemas.openxmlformats.org/officeDocument/2006/relationships/tags" Target="../tags/tag441.xml"/><Relationship Id="rId7" Type="http://schemas.openxmlformats.org/officeDocument/2006/relationships/slideLayout" Target="../slideLayouts/slideLayout17.xml"/><Relationship Id="rId2" Type="http://schemas.openxmlformats.org/officeDocument/2006/relationships/tags" Target="../tags/tag440.xml"/><Relationship Id="rId1" Type="http://schemas.openxmlformats.org/officeDocument/2006/relationships/tags" Target="../tags/tag439.xml"/><Relationship Id="rId6" Type="http://schemas.openxmlformats.org/officeDocument/2006/relationships/tags" Target="../tags/tag444.xml"/><Relationship Id="rId5" Type="http://schemas.openxmlformats.org/officeDocument/2006/relationships/tags" Target="../tags/tag443.xml"/><Relationship Id="rId4" Type="http://schemas.openxmlformats.org/officeDocument/2006/relationships/tags" Target="../tags/tag442.xml"/></Relationships>
</file>

<file path=ppt/slides/_rels/slide32.xml.rels><?xml version="1.0" encoding="UTF-8" standalone="yes"?>
<Relationships xmlns="http://schemas.openxmlformats.org/package/2006/relationships"><Relationship Id="rId8" Type="http://schemas.openxmlformats.org/officeDocument/2006/relationships/tags" Target="../tags/tag452.xml"/><Relationship Id="rId3" Type="http://schemas.openxmlformats.org/officeDocument/2006/relationships/tags" Target="../tags/tag447.xml"/><Relationship Id="rId7" Type="http://schemas.openxmlformats.org/officeDocument/2006/relationships/tags" Target="../tags/tag451.xml"/><Relationship Id="rId2" Type="http://schemas.openxmlformats.org/officeDocument/2006/relationships/tags" Target="../tags/tag446.xml"/><Relationship Id="rId1" Type="http://schemas.openxmlformats.org/officeDocument/2006/relationships/tags" Target="../tags/tag445.xml"/><Relationship Id="rId6" Type="http://schemas.openxmlformats.org/officeDocument/2006/relationships/tags" Target="../tags/tag450.xml"/><Relationship Id="rId5" Type="http://schemas.openxmlformats.org/officeDocument/2006/relationships/tags" Target="../tags/tag449.xml"/><Relationship Id="rId10" Type="http://schemas.openxmlformats.org/officeDocument/2006/relationships/image" Target="../media/image3.png"/><Relationship Id="rId4" Type="http://schemas.openxmlformats.org/officeDocument/2006/relationships/tags" Target="../tags/tag448.xml"/><Relationship Id="rId9"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tags" Target="../tags/tag455.xml"/><Relationship Id="rId7" Type="http://schemas.openxmlformats.org/officeDocument/2006/relationships/slideLayout" Target="../slideLayouts/slideLayout17.xml"/><Relationship Id="rId2" Type="http://schemas.openxmlformats.org/officeDocument/2006/relationships/tags" Target="../tags/tag454.xml"/><Relationship Id="rId1" Type="http://schemas.openxmlformats.org/officeDocument/2006/relationships/tags" Target="../tags/tag453.xml"/><Relationship Id="rId6" Type="http://schemas.openxmlformats.org/officeDocument/2006/relationships/tags" Target="../tags/tag458.xml"/><Relationship Id="rId5" Type="http://schemas.openxmlformats.org/officeDocument/2006/relationships/tags" Target="../tags/tag457.xml"/><Relationship Id="rId4" Type="http://schemas.openxmlformats.org/officeDocument/2006/relationships/tags" Target="../tags/tag456.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461.xml"/><Relationship Id="rId7" Type="http://schemas.openxmlformats.org/officeDocument/2006/relationships/tags" Target="../tags/tag465.xml"/><Relationship Id="rId2" Type="http://schemas.openxmlformats.org/officeDocument/2006/relationships/tags" Target="../tags/tag460.xml"/><Relationship Id="rId1" Type="http://schemas.openxmlformats.org/officeDocument/2006/relationships/tags" Target="../tags/tag459.xml"/><Relationship Id="rId6" Type="http://schemas.openxmlformats.org/officeDocument/2006/relationships/tags" Target="../tags/tag464.xml"/><Relationship Id="rId5" Type="http://schemas.openxmlformats.org/officeDocument/2006/relationships/tags" Target="../tags/tag463.xml"/><Relationship Id="rId4" Type="http://schemas.openxmlformats.org/officeDocument/2006/relationships/tags" Target="../tags/tag462.xml"/><Relationship Id="rId9" Type="http://schemas.openxmlformats.org/officeDocument/2006/relationships/image" Target="../media/image4.png"/></Relationships>
</file>

<file path=ppt/slides/_rels/slide35.xml.rels><?xml version="1.0" encoding="UTF-8" standalone="yes"?>
<Relationships xmlns="http://schemas.openxmlformats.org/package/2006/relationships"><Relationship Id="rId8" Type="http://schemas.openxmlformats.org/officeDocument/2006/relationships/tags" Target="../tags/tag473.xml"/><Relationship Id="rId13" Type="http://schemas.openxmlformats.org/officeDocument/2006/relationships/tags" Target="../tags/tag478.xml"/><Relationship Id="rId3" Type="http://schemas.openxmlformats.org/officeDocument/2006/relationships/tags" Target="../tags/tag468.xml"/><Relationship Id="rId7" Type="http://schemas.openxmlformats.org/officeDocument/2006/relationships/tags" Target="../tags/tag472.xml"/><Relationship Id="rId12" Type="http://schemas.openxmlformats.org/officeDocument/2006/relationships/tags" Target="../tags/tag477.xml"/><Relationship Id="rId2" Type="http://schemas.openxmlformats.org/officeDocument/2006/relationships/tags" Target="../tags/tag467.xml"/><Relationship Id="rId1" Type="http://schemas.openxmlformats.org/officeDocument/2006/relationships/tags" Target="../tags/tag466.xml"/><Relationship Id="rId6" Type="http://schemas.openxmlformats.org/officeDocument/2006/relationships/tags" Target="../tags/tag471.xml"/><Relationship Id="rId11" Type="http://schemas.openxmlformats.org/officeDocument/2006/relationships/tags" Target="../tags/tag476.xml"/><Relationship Id="rId5" Type="http://schemas.openxmlformats.org/officeDocument/2006/relationships/tags" Target="../tags/tag470.xml"/><Relationship Id="rId15" Type="http://schemas.openxmlformats.org/officeDocument/2006/relationships/image" Target="../media/image5.png"/><Relationship Id="rId10" Type="http://schemas.openxmlformats.org/officeDocument/2006/relationships/tags" Target="../tags/tag475.xml"/><Relationship Id="rId4" Type="http://schemas.openxmlformats.org/officeDocument/2006/relationships/tags" Target="../tags/tag469.xml"/><Relationship Id="rId9" Type="http://schemas.openxmlformats.org/officeDocument/2006/relationships/tags" Target="../tags/tag474.xml"/><Relationship Id="rId14"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tags" Target="../tags/tag481.xml"/><Relationship Id="rId7" Type="http://schemas.openxmlformats.org/officeDocument/2006/relationships/slideLayout" Target="../slideLayouts/slideLayout17.xml"/><Relationship Id="rId2" Type="http://schemas.openxmlformats.org/officeDocument/2006/relationships/tags" Target="../tags/tag480.xml"/><Relationship Id="rId1" Type="http://schemas.openxmlformats.org/officeDocument/2006/relationships/tags" Target="../tags/tag479.xml"/><Relationship Id="rId6" Type="http://schemas.openxmlformats.org/officeDocument/2006/relationships/tags" Target="../tags/tag484.xml"/><Relationship Id="rId5" Type="http://schemas.openxmlformats.org/officeDocument/2006/relationships/tags" Target="../tags/tag483.xml"/><Relationship Id="rId4" Type="http://schemas.openxmlformats.org/officeDocument/2006/relationships/tags" Target="../tags/tag482.xml"/></Relationships>
</file>

<file path=ppt/slides/_rels/slide37.xml.rels><?xml version="1.0" encoding="UTF-8" standalone="yes"?>
<Relationships xmlns="http://schemas.openxmlformats.org/package/2006/relationships"><Relationship Id="rId8" Type="http://schemas.openxmlformats.org/officeDocument/2006/relationships/tags" Target="../tags/tag492.xml"/><Relationship Id="rId3" Type="http://schemas.openxmlformats.org/officeDocument/2006/relationships/tags" Target="../tags/tag487.xml"/><Relationship Id="rId7" Type="http://schemas.openxmlformats.org/officeDocument/2006/relationships/tags" Target="../tags/tag491.xml"/><Relationship Id="rId12" Type="http://schemas.openxmlformats.org/officeDocument/2006/relationships/slideLayout" Target="../slideLayouts/slideLayout17.xml"/><Relationship Id="rId2" Type="http://schemas.openxmlformats.org/officeDocument/2006/relationships/tags" Target="../tags/tag486.xml"/><Relationship Id="rId1" Type="http://schemas.openxmlformats.org/officeDocument/2006/relationships/tags" Target="../tags/tag485.xml"/><Relationship Id="rId6" Type="http://schemas.openxmlformats.org/officeDocument/2006/relationships/tags" Target="../tags/tag490.xml"/><Relationship Id="rId11" Type="http://schemas.openxmlformats.org/officeDocument/2006/relationships/tags" Target="../tags/tag495.xml"/><Relationship Id="rId5" Type="http://schemas.openxmlformats.org/officeDocument/2006/relationships/tags" Target="../tags/tag489.xml"/><Relationship Id="rId10" Type="http://schemas.openxmlformats.org/officeDocument/2006/relationships/tags" Target="../tags/tag494.xml"/><Relationship Id="rId4" Type="http://schemas.openxmlformats.org/officeDocument/2006/relationships/tags" Target="../tags/tag488.xml"/><Relationship Id="rId9" Type="http://schemas.openxmlformats.org/officeDocument/2006/relationships/tags" Target="../tags/tag493.xml"/></Relationships>
</file>

<file path=ppt/slides/_rels/slide38.xml.rels><?xml version="1.0" encoding="UTF-8" standalone="yes"?>
<Relationships xmlns="http://schemas.openxmlformats.org/package/2006/relationships"><Relationship Id="rId8" Type="http://schemas.openxmlformats.org/officeDocument/2006/relationships/tags" Target="../tags/tag503.xml"/><Relationship Id="rId3" Type="http://schemas.openxmlformats.org/officeDocument/2006/relationships/tags" Target="../tags/tag498.xml"/><Relationship Id="rId7" Type="http://schemas.openxmlformats.org/officeDocument/2006/relationships/tags" Target="../tags/tag502.xml"/><Relationship Id="rId2" Type="http://schemas.openxmlformats.org/officeDocument/2006/relationships/tags" Target="../tags/tag497.xml"/><Relationship Id="rId1" Type="http://schemas.openxmlformats.org/officeDocument/2006/relationships/tags" Target="../tags/tag496.xml"/><Relationship Id="rId6" Type="http://schemas.openxmlformats.org/officeDocument/2006/relationships/tags" Target="../tags/tag501.xml"/><Relationship Id="rId11" Type="http://schemas.openxmlformats.org/officeDocument/2006/relationships/image" Target="../media/image7.png"/><Relationship Id="rId5" Type="http://schemas.openxmlformats.org/officeDocument/2006/relationships/tags" Target="../tags/tag500.xml"/><Relationship Id="rId10" Type="http://schemas.openxmlformats.org/officeDocument/2006/relationships/image" Target="../media/image6.png"/><Relationship Id="rId4" Type="http://schemas.openxmlformats.org/officeDocument/2006/relationships/tags" Target="../tags/tag499.xml"/><Relationship Id="rId9"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tags" Target="../tags/tag506.xml"/><Relationship Id="rId7" Type="http://schemas.openxmlformats.org/officeDocument/2006/relationships/slideLayout" Target="../slideLayouts/slideLayout17.xml"/><Relationship Id="rId2" Type="http://schemas.openxmlformats.org/officeDocument/2006/relationships/tags" Target="../tags/tag505.xml"/><Relationship Id="rId1" Type="http://schemas.openxmlformats.org/officeDocument/2006/relationships/tags" Target="../tags/tag504.xml"/><Relationship Id="rId6" Type="http://schemas.openxmlformats.org/officeDocument/2006/relationships/tags" Target="../tags/tag509.xml"/><Relationship Id="rId5" Type="http://schemas.openxmlformats.org/officeDocument/2006/relationships/tags" Target="../tags/tag508.xml"/><Relationship Id="rId4" Type="http://schemas.openxmlformats.org/officeDocument/2006/relationships/tags" Target="../tags/tag507.xml"/></Relationships>
</file>

<file path=ppt/slides/_rels/slide40.xml.rels><?xml version="1.0" encoding="UTF-8" standalone="yes"?>
<Relationships xmlns="http://schemas.openxmlformats.org/package/2006/relationships"><Relationship Id="rId8" Type="http://schemas.openxmlformats.org/officeDocument/2006/relationships/tags" Target="../tags/tag517.xml"/><Relationship Id="rId3" Type="http://schemas.openxmlformats.org/officeDocument/2006/relationships/tags" Target="../tags/tag512.xml"/><Relationship Id="rId7" Type="http://schemas.openxmlformats.org/officeDocument/2006/relationships/tags" Target="../tags/tag516.xml"/><Relationship Id="rId12" Type="http://schemas.openxmlformats.org/officeDocument/2006/relationships/slideLayout" Target="../slideLayouts/slideLayout17.xml"/><Relationship Id="rId2" Type="http://schemas.openxmlformats.org/officeDocument/2006/relationships/tags" Target="../tags/tag511.xml"/><Relationship Id="rId1" Type="http://schemas.openxmlformats.org/officeDocument/2006/relationships/tags" Target="../tags/tag510.xml"/><Relationship Id="rId6" Type="http://schemas.openxmlformats.org/officeDocument/2006/relationships/tags" Target="../tags/tag515.xml"/><Relationship Id="rId11" Type="http://schemas.openxmlformats.org/officeDocument/2006/relationships/tags" Target="../tags/tag520.xml"/><Relationship Id="rId5" Type="http://schemas.openxmlformats.org/officeDocument/2006/relationships/tags" Target="../tags/tag514.xml"/><Relationship Id="rId10" Type="http://schemas.openxmlformats.org/officeDocument/2006/relationships/tags" Target="../tags/tag519.xml"/><Relationship Id="rId4" Type="http://schemas.openxmlformats.org/officeDocument/2006/relationships/tags" Target="../tags/tag513.xml"/><Relationship Id="rId9" Type="http://schemas.openxmlformats.org/officeDocument/2006/relationships/tags" Target="../tags/tag518.xml"/></Relationships>
</file>

<file path=ppt/slides/_rels/slide41.xml.rels><?xml version="1.0" encoding="UTF-8" standalone="yes"?>
<Relationships xmlns="http://schemas.openxmlformats.org/package/2006/relationships"><Relationship Id="rId8" Type="http://schemas.openxmlformats.org/officeDocument/2006/relationships/tags" Target="../tags/tag528.xml"/><Relationship Id="rId3" Type="http://schemas.openxmlformats.org/officeDocument/2006/relationships/tags" Target="../tags/tag523.xml"/><Relationship Id="rId7" Type="http://schemas.openxmlformats.org/officeDocument/2006/relationships/tags" Target="../tags/tag527.xml"/><Relationship Id="rId2" Type="http://schemas.openxmlformats.org/officeDocument/2006/relationships/tags" Target="../tags/tag522.xml"/><Relationship Id="rId1" Type="http://schemas.openxmlformats.org/officeDocument/2006/relationships/tags" Target="../tags/tag521.xml"/><Relationship Id="rId6" Type="http://schemas.openxmlformats.org/officeDocument/2006/relationships/tags" Target="../tags/tag526.xml"/><Relationship Id="rId5" Type="http://schemas.openxmlformats.org/officeDocument/2006/relationships/tags" Target="../tags/tag525.xml"/><Relationship Id="rId10" Type="http://schemas.openxmlformats.org/officeDocument/2006/relationships/image" Target="../media/image3.png"/><Relationship Id="rId4" Type="http://schemas.openxmlformats.org/officeDocument/2006/relationships/tags" Target="../tags/tag524.xml"/><Relationship Id="rId9"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tags" Target="../tags/tag531.xml"/><Relationship Id="rId7" Type="http://schemas.openxmlformats.org/officeDocument/2006/relationships/slideLayout" Target="../slideLayouts/slideLayout17.xml"/><Relationship Id="rId2" Type="http://schemas.openxmlformats.org/officeDocument/2006/relationships/tags" Target="../tags/tag530.xml"/><Relationship Id="rId1" Type="http://schemas.openxmlformats.org/officeDocument/2006/relationships/tags" Target="../tags/tag529.xml"/><Relationship Id="rId6" Type="http://schemas.openxmlformats.org/officeDocument/2006/relationships/tags" Target="../tags/tag534.xml"/><Relationship Id="rId5" Type="http://schemas.openxmlformats.org/officeDocument/2006/relationships/tags" Target="../tags/tag533.xml"/><Relationship Id="rId4" Type="http://schemas.openxmlformats.org/officeDocument/2006/relationships/tags" Target="../tags/tag532.xml"/></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537.xml"/><Relationship Id="rId7" Type="http://schemas.openxmlformats.org/officeDocument/2006/relationships/tags" Target="../tags/tag541.xml"/><Relationship Id="rId2" Type="http://schemas.openxmlformats.org/officeDocument/2006/relationships/tags" Target="../tags/tag536.xml"/><Relationship Id="rId1" Type="http://schemas.openxmlformats.org/officeDocument/2006/relationships/tags" Target="../tags/tag535.xml"/><Relationship Id="rId6" Type="http://schemas.openxmlformats.org/officeDocument/2006/relationships/tags" Target="../tags/tag540.xml"/><Relationship Id="rId5" Type="http://schemas.openxmlformats.org/officeDocument/2006/relationships/tags" Target="../tags/tag539.xml"/><Relationship Id="rId4" Type="http://schemas.openxmlformats.org/officeDocument/2006/relationships/tags" Target="../tags/tag538.xml"/><Relationship Id="rId9" Type="http://schemas.openxmlformats.org/officeDocument/2006/relationships/image" Target="../media/image8.png"/></Relationships>
</file>

<file path=ppt/slides/_rels/slide44.xml.rels><?xml version="1.0" encoding="UTF-8" standalone="yes"?>
<Relationships xmlns="http://schemas.openxmlformats.org/package/2006/relationships"><Relationship Id="rId8" Type="http://schemas.openxmlformats.org/officeDocument/2006/relationships/tags" Target="../tags/tag549.xml"/><Relationship Id="rId3" Type="http://schemas.openxmlformats.org/officeDocument/2006/relationships/tags" Target="../tags/tag544.xml"/><Relationship Id="rId7" Type="http://schemas.openxmlformats.org/officeDocument/2006/relationships/tags" Target="../tags/tag548.xml"/><Relationship Id="rId12" Type="http://schemas.openxmlformats.org/officeDocument/2006/relationships/slideLayout" Target="../slideLayouts/slideLayout17.xml"/><Relationship Id="rId2" Type="http://schemas.openxmlformats.org/officeDocument/2006/relationships/tags" Target="../tags/tag543.xml"/><Relationship Id="rId1" Type="http://schemas.openxmlformats.org/officeDocument/2006/relationships/tags" Target="../tags/tag542.xml"/><Relationship Id="rId6" Type="http://schemas.openxmlformats.org/officeDocument/2006/relationships/tags" Target="../tags/tag547.xml"/><Relationship Id="rId11" Type="http://schemas.openxmlformats.org/officeDocument/2006/relationships/tags" Target="../tags/tag552.xml"/><Relationship Id="rId5" Type="http://schemas.openxmlformats.org/officeDocument/2006/relationships/tags" Target="../tags/tag546.xml"/><Relationship Id="rId10" Type="http://schemas.openxmlformats.org/officeDocument/2006/relationships/tags" Target="../tags/tag551.xml"/><Relationship Id="rId4" Type="http://schemas.openxmlformats.org/officeDocument/2006/relationships/tags" Target="../tags/tag545.xml"/><Relationship Id="rId9" Type="http://schemas.openxmlformats.org/officeDocument/2006/relationships/tags" Target="../tags/tag550.xml"/></Relationships>
</file>

<file path=ppt/slides/_rels/slide45.xml.rels><?xml version="1.0" encoding="UTF-8" standalone="yes"?>
<Relationships xmlns="http://schemas.openxmlformats.org/package/2006/relationships"><Relationship Id="rId3" Type="http://schemas.openxmlformats.org/officeDocument/2006/relationships/tags" Target="../tags/tag555.xml"/><Relationship Id="rId7" Type="http://schemas.openxmlformats.org/officeDocument/2006/relationships/slideLayout" Target="../slideLayouts/slideLayout17.xml"/><Relationship Id="rId2" Type="http://schemas.openxmlformats.org/officeDocument/2006/relationships/tags" Target="../tags/tag554.xml"/><Relationship Id="rId1" Type="http://schemas.openxmlformats.org/officeDocument/2006/relationships/tags" Target="../tags/tag553.xml"/><Relationship Id="rId6" Type="http://schemas.openxmlformats.org/officeDocument/2006/relationships/tags" Target="../tags/tag558.xml"/><Relationship Id="rId5" Type="http://schemas.openxmlformats.org/officeDocument/2006/relationships/tags" Target="../tags/tag557.xml"/><Relationship Id="rId4" Type="http://schemas.openxmlformats.org/officeDocument/2006/relationships/tags" Target="../tags/tag556.xml"/></Relationships>
</file>

<file path=ppt/slides/_rels/slide46.xml.rels><?xml version="1.0" encoding="UTF-8" standalone="yes"?>
<Relationships xmlns="http://schemas.openxmlformats.org/package/2006/relationships"><Relationship Id="rId3" Type="http://schemas.openxmlformats.org/officeDocument/2006/relationships/tags" Target="../tags/tag561.xml"/><Relationship Id="rId7" Type="http://schemas.openxmlformats.org/officeDocument/2006/relationships/slideLayout" Target="../slideLayouts/slideLayout17.xml"/><Relationship Id="rId2" Type="http://schemas.openxmlformats.org/officeDocument/2006/relationships/tags" Target="../tags/tag560.xml"/><Relationship Id="rId1" Type="http://schemas.openxmlformats.org/officeDocument/2006/relationships/tags" Target="../tags/tag559.xml"/><Relationship Id="rId6" Type="http://schemas.openxmlformats.org/officeDocument/2006/relationships/tags" Target="../tags/tag564.xml"/><Relationship Id="rId5" Type="http://schemas.openxmlformats.org/officeDocument/2006/relationships/tags" Target="../tags/tag563.xml"/><Relationship Id="rId4" Type="http://schemas.openxmlformats.org/officeDocument/2006/relationships/tags" Target="../tags/tag562.xml"/></Relationships>
</file>

<file path=ppt/slides/_rels/slide47.xml.rels><?xml version="1.0" encoding="UTF-8" standalone="yes"?>
<Relationships xmlns="http://schemas.openxmlformats.org/package/2006/relationships"><Relationship Id="rId3" Type="http://schemas.openxmlformats.org/officeDocument/2006/relationships/tags" Target="../tags/tag567.xml"/><Relationship Id="rId7" Type="http://schemas.openxmlformats.org/officeDocument/2006/relationships/slideLayout" Target="../slideLayouts/slideLayout17.xml"/><Relationship Id="rId2" Type="http://schemas.openxmlformats.org/officeDocument/2006/relationships/tags" Target="../tags/tag566.xml"/><Relationship Id="rId1" Type="http://schemas.openxmlformats.org/officeDocument/2006/relationships/tags" Target="../tags/tag565.xml"/><Relationship Id="rId6" Type="http://schemas.openxmlformats.org/officeDocument/2006/relationships/tags" Target="../tags/tag570.xml"/><Relationship Id="rId5" Type="http://schemas.openxmlformats.org/officeDocument/2006/relationships/tags" Target="../tags/tag569.xml"/><Relationship Id="rId4" Type="http://schemas.openxmlformats.org/officeDocument/2006/relationships/tags" Target="../tags/tag568.xml"/></Relationships>
</file>

<file path=ppt/slides/_rels/slide48.xml.rels><?xml version="1.0" encoding="UTF-8" standalone="yes"?>
<Relationships xmlns="http://schemas.openxmlformats.org/package/2006/relationships"><Relationship Id="rId8" Type="http://schemas.openxmlformats.org/officeDocument/2006/relationships/tags" Target="../tags/tag578.xml"/><Relationship Id="rId3" Type="http://schemas.openxmlformats.org/officeDocument/2006/relationships/tags" Target="../tags/tag573.xml"/><Relationship Id="rId7" Type="http://schemas.openxmlformats.org/officeDocument/2006/relationships/tags" Target="../tags/tag577.xml"/><Relationship Id="rId12" Type="http://schemas.openxmlformats.org/officeDocument/2006/relationships/slideLayout" Target="../slideLayouts/slideLayout17.xml"/><Relationship Id="rId2" Type="http://schemas.openxmlformats.org/officeDocument/2006/relationships/tags" Target="../tags/tag572.xml"/><Relationship Id="rId1" Type="http://schemas.openxmlformats.org/officeDocument/2006/relationships/tags" Target="../tags/tag571.xml"/><Relationship Id="rId6" Type="http://schemas.openxmlformats.org/officeDocument/2006/relationships/tags" Target="../tags/tag576.xml"/><Relationship Id="rId11" Type="http://schemas.openxmlformats.org/officeDocument/2006/relationships/tags" Target="../tags/tag581.xml"/><Relationship Id="rId5" Type="http://schemas.openxmlformats.org/officeDocument/2006/relationships/tags" Target="../tags/tag575.xml"/><Relationship Id="rId10" Type="http://schemas.openxmlformats.org/officeDocument/2006/relationships/tags" Target="../tags/tag580.xml"/><Relationship Id="rId4" Type="http://schemas.openxmlformats.org/officeDocument/2006/relationships/tags" Target="../tags/tag574.xml"/><Relationship Id="rId9" Type="http://schemas.openxmlformats.org/officeDocument/2006/relationships/tags" Target="../tags/tag579.xml"/></Relationships>
</file>

<file path=ppt/slides/_rels/slide49.xml.rels><?xml version="1.0" encoding="UTF-8" standalone="yes"?>
<Relationships xmlns="http://schemas.openxmlformats.org/package/2006/relationships"><Relationship Id="rId8" Type="http://schemas.openxmlformats.org/officeDocument/2006/relationships/tags" Target="../tags/tag589.xml"/><Relationship Id="rId3" Type="http://schemas.openxmlformats.org/officeDocument/2006/relationships/tags" Target="../tags/tag584.xml"/><Relationship Id="rId7" Type="http://schemas.openxmlformats.org/officeDocument/2006/relationships/tags" Target="../tags/tag588.xml"/><Relationship Id="rId2" Type="http://schemas.openxmlformats.org/officeDocument/2006/relationships/tags" Target="../tags/tag583.xml"/><Relationship Id="rId1" Type="http://schemas.openxmlformats.org/officeDocument/2006/relationships/tags" Target="../tags/tag582.xml"/><Relationship Id="rId6" Type="http://schemas.openxmlformats.org/officeDocument/2006/relationships/tags" Target="../tags/tag587.xml"/><Relationship Id="rId11" Type="http://schemas.openxmlformats.org/officeDocument/2006/relationships/image" Target="../media/image10.png"/><Relationship Id="rId5" Type="http://schemas.openxmlformats.org/officeDocument/2006/relationships/tags" Target="../tags/tag586.xml"/><Relationship Id="rId10" Type="http://schemas.openxmlformats.org/officeDocument/2006/relationships/image" Target="../media/image9.png"/><Relationship Id="rId4" Type="http://schemas.openxmlformats.org/officeDocument/2006/relationships/tags" Target="../tags/tag585.xml"/><Relationship Id="rId9"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tags" Target="../tags/tag592.xml"/><Relationship Id="rId7" Type="http://schemas.openxmlformats.org/officeDocument/2006/relationships/slideLayout" Target="../slideLayouts/slideLayout17.xml"/><Relationship Id="rId2" Type="http://schemas.openxmlformats.org/officeDocument/2006/relationships/tags" Target="../tags/tag591.xml"/><Relationship Id="rId1" Type="http://schemas.openxmlformats.org/officeDocument/2006/relationships/tags" Target="../tags/tag590.xml"/><Relationship Id="rId6" Type="http://schemas.openxmlformats.org/officeDocument/2006/relationships/tags" Target="../tags/tag595.xml"/><Relationship Id="rId5" Type="http://schemas.openxmlformats.org/officeDocument/2006/relationships/tags" Target="../tags/tag594.xml"/><Relationship Id="rId4" Type="http://schemas.openxmlformats.org/officeDocument/2006/relationships/tags" Target="../tags/tag593.xml"/></Relationships>
</file>

<file path=ppt/slides/_rels/slide51.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598.xml"/><Relationship Id="rId7" Type="http://schemas.openxmlformats.org/officeDocument/2006/relationships/tags" Target="../tags/tag602.xml"/><Relationship Id="rId2" Type="http://schemas.openxmlformats.org/officeDocument/2006/relationships/tags" Target="../tags/tag597.xml"/><Relationship Id="rId1" Type="http://schemas.openxmlformats.org/officeDocument/2006/relationships/tags" Target="../tags/tag596.xml"/><Relationship Id="rId6" Type="http://schemas.openxmlformats.org/officeDocument/2006/relationships/tags" Target="../tags/tag601.xml"/><Relationship Id="rId5" Type="http://schemas.openxmlformats.org/officeDocument/2006/relationships/tags" Target="../tags/tag600.xml"/><Relationship Id="rId4" Type="http://schemas.openxmlformats.org/officeDocument/2006/relationships/tags" Target="../tags/tag599.xml"/><Relationship Id="rId9" Type="http://schemas.openxmlformats.org/officeDocument/2006/relationships/image" Target="../media/image11.png"/></Relationships>
</file>

<file path=ppt/slides/_rels/slide52.xml.rels><?xml version="1.0" encoding="UTF-8" standalone="yes"?>
<Relationships xmlns="http://schemas.openxmlformats.org/package/2006/relationships"><Relationship Id="rId3" Type="http://schemas.openxmlformats.org/officeDocument/2006/relationships/tags" Target="../tags/tag605.xml"/><Relationship Id="rId7" Type="http://schemas.openxmlformats.org/officeDocument/2006/relationships/slideLayout" Target="../slideLayouts/slideLayout17.xml"/><Relationship Id="rId2" Type="http://schemas.openxmlformats.org/officeDocument/2006/relationships/tags" Target="../tags/tag604.xml"/><Relationship Id="rId1" Type="http://schemas.openxmlformats.org/officeDocument/2006/relationships/tags" Target="../tags/tag603.xml"/><Relationship Id="rId6" Type="http://schemas.openxmlformats.org/officeDocument/2006/relationships/tags" Target="../tags/tag608.xml"/><Relationship Id="rId5" Type="http://schemas.openxmlformats.org/officeDocument/2006/relationships/tags" Target="../tags/tag607.xml"/><Relationship Id="rId4" Type="http://schemas.openxmlformats.org/officeDocument/2006/relationships/tags" Target="../tags/tag606.xml"/></Relationships>
</file>

<file path=ppt/slides/_rels/slide53.xml.rels><?xml version="1.0" encoding="UTF-8" standalone="yes"?>
<Relationships xmlns="http://schemas.openxmlformats.org/package/2006/relationships"><Relationship Id="rId3" Type="http://schemas.openxmlformats.org/officeDocument/2006/relationships/tags" Target="../tags/tag611.xml"/><Relationship Id="rId7" Type="http://schemas.openxmlformats.org/officeDocument/2006/relationships/slideLayout" Target="../slideLayouts/slideLayout17.xml"/><Relationship Id="rId2" Type="http://schemas.openxmlformats.org/officeDocument/2006/relationships/tags" Target="../tags/tag610.xml"/><Relationship Id="rId1" Type="http://schemas.openxmlformats.org/officeDocument/2006/relationships/tags" Target="../tags/tag609.xml"/><Relationship Id="rId6" Type="http://schemas.openxmlformats.org/officeDocument/2006/relationships/tags" Target="../tags/tag614.xml"/><Relationship Id="rId5" Type="http://schemas.openxmlformats.org/officeDocument/2006/relationships/tags" Target="../tags/tag613.xml"/><Relationship Id="rId4" Type="http://schemas.openxmlformats.org/officeDocument/2006/relationships/tags" Target="../tags/tag612.xml"/></Relationships>
</file>

<file path=ppt/slides/_rels/slide54.xml.rels><?xml version="1.0" encoding="UTF-8" standalone="yes"?>
<Relationships xmlns="http://schemas.openxmlformats.org/package/2006/relationships"><Relationship Id="rId3" Type="http://schemas.openxmlformats.org/officeDocument/2006/relationships/tags" Target="../tags/tag617.xml"/><Relationship Id="rId7" Type="http://schemas.openxmlformats.org/officeDocument/2006/relationships/slideLayout" Target="../slideLayouts/slideLayout17.xml"/><Relationship Id="rId2" Type="http://schemas.openxmlformats.org/officeDocument/2006/relationships/tags" Target="../tags/tag616.xml"/><Relationship Id="rId1" Type="http://schemas.openxmlformats.org/officeDocument/2006/relationships/tags" Target="../tags/tag615.xml"/><Relationship Id="rId6" Type="http://schemas.openxmlformats.org/officeDocument/2006/relationships/tags" Target="../tags/tag620.xml"/><Relationship Id="rId5" Type="http://schemas.openxmlformats.org/officeDocument/2006/relationships/tags" Target="../tags/tag619.xml"/><Relationship Id="rId4" Type="http://schemas.openxmlformats.org/officeDocument/2006/relationships/tags" Target="../tags/tag618.xml"/></Relationships>
</file>

<file path=ppt/slides/_rels/slide55.xml.rels><?xml version="1.0" encoding="UTF-8" standalone="yes"?>
<Relationships xmlns="http://schemas.openxmlformats.org/package/2006/relationships"><Relationship Id="rId3" Type="http://schemas.openxmlformats.org/officeDocument/2006/relationships/tags" Target="../tags/tag623.xml"/><Relationship Id="rId7" Type="http://schemas.openxmlformats.org/officeDocument/2006/relationships/slideLayout" Target="../slideLayouts/slideLayout17.xml"/><Relationship Id="rId2" Type="http://schemas.openxmlformats.org/officeDocument/2006/relationships/tags" Target="../tags/tag622.xml"/><Relationship Id="rId1" Type="http://schemas.openxmlformats.org/officeDocument/2006/relationships/tags" Target="../tags/tag621.xml"/><Relationship Id="rId6" Type="http://schemas.openxmlformats.org/officeDocument/2006/relationships/tags" Target="../tags/tag626.xml"/><Relationship Id="rId5" Type="http://schemas.openxmlformats.org/officeDocument/2006/relationships/tags" Target="../tags/tag625.xml"/><Relationship Id="rId4" Type="http://schemas.openxmlformats.org/officeDocument/2006/relationships/tags" Target="../tags/tag624.xml"/></Relationships>
</file>

<file path=ppt/slides/_rels/slide56.xml.rels><?xml version="1.0" encoding="UTF-8" standalone="yes"?>
<Relationships xmlns="http://schemas.openxmlformats.org/package/2006/relationships"><Relationship Id="rId8" Type="http://schemas.openxmlformats.org/officeDocument/2006/relationships/tags" Target="../tags/tag634.xml"/><Relationship Id="rId3" Type="http://schemas.openxmlformats.org/officeDocument/2006/relationships/tags" Target="../tags/tag629.xml"/><Relationship Id="rId7" Type="http://schemas.openxmlformats.org/officeDocument/2006/relationships/tags" Target="../tags/tag633.xml"/><Relationship Id="rId12" Type="http://schemas.openxmlformats.org/officeDocument/2006/relationships/slideLayout" Target="../slideLayouts/slideLayout17.xml"/><Relationship Id="rId2" Type="http://schemas.openxmlformats.org/officeDocument/2006/relationships/tags" Target="../tags/tag628.xml"/><Relationship Id="rId1" Type="http://schemas.openxmlformats.org/officeDocument/2006/relationships/tags" Target="../tags/tag627.xml"/><Relationship Id="rId6" Type="http://schemas.openxmlformats.org/officeDocument/2006/relationships/tags" Target="../tags/tag632.xml"/><Relationship Id="rId11" Type="http://schemas.openxmlformats.org/officeDocument/2006/relationships/tags" Target="../tags/tag637.xml"/><Relationship Id="rId5" Type="http://schemas.openxmlformats.org/officeDocument/2006/relationships/tags" Target="../tags/tag631.xml"/><Relationship Id="rId10" Type="http://schemas.openxmlformats.org/officeDocument/2006/relationships/tags" Target="../tags/tag636.xml"/><Relationship Id="rId4" Type="http://schemas.openxmlformats.org/officeDocument/2006/relationships/tags" Target="../tags/tag630.xml"/><Relationship Id="rId9" Type="http://schemas.openxmlformats.org/officeDocument/2006/relationships/tags" Target="../tags/tag635.xml"/></Relationships>
</file>

<file path=ppt/slides/_rels/slide57.xml.rels><?xml version="1.0" encoding="UTF-8" standalone="yes"?>
<Relationships xmlns="http://schemas.openxmlformats.org/package/2006/relationships"><Relationship Id="rId8" Type="http://schemas.openxmlformats.org/officeDocument/2006/relationships/tags" Target="../tags/tag645.xml"/><Relationship Id="rId3" Type="http://schemas.openxmlformats.org/officeDocument/2006/relationships/tags" Target="../tags/tag640.xml"/><Relationship Id="rId7" Type="http://schemas.openxmlformats.org/officeDocument/2006/relationships/tags" Target="../tags/tag644.xml"/><Relationship Id="rId12" Type="http://schemas.openxmlformats.org/officeDocument/2006/relationships/slideLayout" Target="../slideLayouts/slideLayout17.xml"/><Relationship Id="rId2" Type="http://schemas.openxmlformats.org/officeDocument/2006/relationships/tags" Target="../tags/tag639.xml"/><Relationship Id="rId1" Type="http://schemas.openxmlformats.org/officeDocument/2006/relationships/tags" Target="../tags/tag638.xml"/><Relationship Id="rId6" Type="http://schemas.openxmlformats.org/officeDocument/2006/relationships/tags" Target="../tags/tag643.xml"/><Relationship Id="rId11" Type="http://schemas.openxmlformats.org/officeDocument/2006/relationships/tags" Target="../tags/tag648.xml"/><Relationship Id="rId5" Type="http://schemas.openxmlformats.org/officeDocument/2006/relationships/tags" Target="../tags/tag642.xml"/><Relationship Id="rId10" Type="http://schemas.openxmlformats.org/officeDocument/2006/relationships/tags" Target="../tags/tag647.xml"/><Relationship Id="rId4" Type="http://schemas.openxmlformats.org/officeDocument/2006/relationships/tags" Target="../tags/tag641.xml"/><Relationship Id="rId9" Type="http://schemas.openxmlformats.org/officeDocument/2006/relationships/tags" Target="../tags/tag646.xml"/></Relationships>
</file>

<file path=ppt/slides/_rels/slide58.xml.rels><?xml version="1.0" encoding="UTF-8" standalone="yes"?>
<Relationships xmlns="http://schemas.openxmlformats.org/package/2006/relationships"><Relationship Id="rId3" Type="http://schemas.openxmlformats.org/officeDocument/2006/relationships/tags" Target="../tags/tag651.xml"/><Relationship Id="rId7" Type="http://schemas.openxmlformats.org/officeDocument/2006/relationships/slideLayout" Target="../slideLayouts/slideLayout17.xml"/><Relationship Id="rId2" Type="http://schemas.openxmlformats.org/officeDocument/2006/relationships/tags" Target="../tags/tag650.xml"/><Relationship Id="rId1" Type="http://schemas.openxmlformats.org/officeDocument/2006/relationships/tags" Target="../tags/tag649.xml"/><Relationship Id="rId6" Type="http://schemas.openxmlformats.org/officeDocument/2006/relationships/tags" Target="../tags/tag654.xml"/><Relationship Id="rId5" Type="http://schemas.openxmlformats.org/officeDocument/2006/relationships/tags" Target="../tags/tag653.xml"/><Relationship Id="rId4" Type="http://schemas.openxmlformats.org/officeDocument/2006/relationships/tags" Target="../tags/tag652.xml"/></Relationships>
</file>

<file path=ppt/slides/_rels/slide59.xml.rels><?xml version="1.0" encoding="UTF-8" standalone="yes"?>
<Relationships xmlns="http://schemas.openxmlformats.org/package/2006/relationships"><Relationship Id="rId3" Type="http://schemas.openxmlformats.org/officeDocument/2006/relationships/tags" Target="../tags/tag657.xml"/><Relationship Id="rId7" Type="http://schemas.openxmlformats.org/officeDocument/2006/relationships/slideLayout" Target="../slideLayouts/slideLayout17.xml"/><Relationship Id="rId2" Type="http://schemas.openxmlformats.org/officeDocument/2006/relationships/tags" Target="../tags/tag656.xml"/><Relationship Id="rId1" Type="http://schemas.openxmlformats.org/officeDocument/2006/relationships/tags" Target="../tags/tag655.xml"/><Relationship Id="rId6" Type="http://schemas.openxmlformats.org/officeDocument/2006/relationships/tags" Target="../tags/tag660.xml"/><Relationship Id="rId5" Type="http://schemas.openxmlformats.org/officeDocument/2006/relationships/tags" Target="../tags/tag659.xml"/><Relationship Id="rId4" Type="http://schemas.openxmlformats.org/officeDocument/2006/relationships/tags" Target="../tags/tag658.xml"/></Relationships>
</file>

<file path=ppt/slides/_rels/slide60.xml.rels><?xml version="1.0" encoding="UTF-8" standalone="yes"?>
<Relationships xmlns="http://schemas.openxmlformats.org/package/2006/relationships"><Relationship Id="rId3" Type="http://schemas.openxmlformats.org/officeDocument/2006/relationships/tags" Target="../tags/tag663.xml"/><Relationship Id="rId7" Type="http://schemas.openxmlformats.org/officeDocument/2006/relationships/slideLayout" Target="../slideLayouts/slideLayout17.xml"/><Relationship Id="rId2" Type="http://schemas.openxmlformats.org/officeDocument/2006/relationships/tags" Target="../tags/tag662.xml"/><Relationship Id="rId1" Type="http://schemas.openxmlformats.org/officeDocument/2006/relationships/tags" Target="../tags/tag661.xml"/><Relationship Id="rId6" Type="http://schemas.openxmlformats.org/officeDocument/2006/relationships/tags" Target="../tags/tag666.xml"/><Relationship Id="rId5" Type="http://schemas.openxmlformats.org/officeDocument/2006/relationships/tags" Target="../tags/tag665.xml"/><Relationship Id="rId4" Type="http://schemas.openxmlformats.org/officeDocument/2006/relationships/tags" Target="../tags/tag664.xml"/></Relationships>
</file>

<file path=ppt/slides/_rels/slide61.xml.rels><?xml version="1.0" encoding="UTF-8" standalone="yes"?>
<Relationships xmlns="http://schemas.openxmlformats.org/package/2006/relationships"><Relationship Id="rId3" Type="http://schemas.openxmlformats.org/officeDocument/2006/relationships/tags" Target="../tags/tag669.xml"/><Relationship Id="rId7" Type="http://schemas.openxmlformats.org/officeDocument/2006/relationships/slideLayout" Target="../slideLayouts/slideLayout17.xml"/><Relationship Id="rId2" Type="http://schemas.openxmlformats.org/officeDocument/2006/relationships/tags" Target="../tags/tag668.xml"/><Relationship Id="rId1" Type="http://schemas.openxmlformats.org/officeDocument/2006/relationships/tags" Target="../tags/tag667.xml"/><Relationship Id="rId6" Type="http://schemas.openxmlformats.org/officeDocument/2006/relationships/tags" Target="../tags/tag672.xml"/><Relationship Id="rId5" Type="http://schemas.openxmlformats.org/officeDocument/2006/relationships/tags" Target="../tags/tag671.xml"/><Relationship Id="rId4" Type="http://schemas.openxmlformats.org/officeDocument/2006/relationships/tags" Target="../tags/tag670.xml"/></Relationships>
</file>

<file path=ppt/slides/_rels/slide62.xml.rels><?xml version="1.0" encoding="UTF-8" standalone="yes"?>
<Relationships xmlns="http://schemas.openxmlformats.org/package/2006/relationships"><Relationship Id="rId3" Type="http://schemas.openxmlformats.org/officeDocument/2006/relationships/tags" Target="../tags/tag675.xml"/><Relationship Id="rId7" Type="http://schemas.openxmlformats.org/officeDocument/2006/relationships/slideLayout" Target="../slideLayouts/slideLayout17.xml"/><Relationship Id="rId2" Type="http://schemas.openxmlformats.org/officeDocument/2006/relationships/tags" Target="../tags/tag674.xml"/><Relationship Id="rId1" Type="http://schemas.openxmlformats.org/officeDocument/2006/relationships/tags" Target="../tags/tag673.xml"/><Relationship Id="rId6" Type="http://schemas.openxmlformats.org/officeDocument/2006/relationships/tags" Target="../tags/tag678.xml"/><Relationship Id="rId5" Type="http://schemas.openxmlformats.org/officeDocument/2006/relationships/tags" Target="../tags/tag677.xml"/><Relationship Id="rId4" Type="http://schemas.openxmlformats.org/officeDocument/2006/relationships/tags" Target="../tags/tag676.xml"/></Relationships>
</file>

<file path=ppt/slides/_rels/slide63.xml.rels><?xml version="1.0" encoding="UTF-8" standalone="yes"?>
<Relationships xmlns="http://schemas.openxmlformats.org/package/2006/relationships"><Relationship Id="rId3" Type="http://schemas.openxmlformats.org/officeDocument/2006/relationships/tags" Target="../tags/tag681.xml"/><Relationship Id="rId7" Type="http://schemas.openxmlformats.org/officeDocument/2006/relationships/slideLayout" Target="../slideLayouts/slideLayout17.xml"/><Relationship Id="rId2" Type="http://schemas.openxmlformats.org/officeDocument/2006/relationships/tags" Target="../tags/tag680.xml"/><Relationship Id="rId1" Type="http://schemas.openxmlformats.org/officeDocument/2006/relationships/tags" Target="../tags/tag679.xml"/><Relationship Id="rId6" Type="http://schemas.openxmlformats.org/officeDocument/2006/relationships/tags" Target="../tags/tag684.xml"/><Relationship Id="rId5" Type="http://schemas.openxmlformats.org/officeDocument/2006/relationships/tags" Target="../tags/tag683.xml"/><Relationship Id="rId4" Type="http://schemas.openxmlformats.org/officeDocument/2006/relationships/tags" Target="../tags/tag682.xml"/></Relationships>
</file>

<file path=ppt/slides/_rels/slide64.xml.rels><?xml version="1.0" encoding="UTF-8" standalone="yes"?>
<Relationships xmlns="http://schemas.openxmlformats.org/package/2006/relationships"><Relationship Id="rId3" Type="http://schemas.openxmlformats.org/officeDocument/2006/relationships/tags" Target="../tags/tag687.xml"/><Relationship Id="rId7" Type="http://schemas.openxmlformats.org/officeDocument/2006/relationships/slideLayout" Target="../slideLayouts/slideLayout17.xml"/><Relationship Id="rId2" Type="http://schemas.openxmlformats.org/officeDocument/2006/relationships/tags" Target="../tags/tag686.xml"/><Relationship Id="rId1" Type="http://schemas.openxmlformats.org/officeDocument/2006/relationships/tags" Target="../tags/tag685.xml"/><Relationship Id="rId6" Type="http://schemas.openxmlformats.org/officeDocument/2006/relationships/tags" Target="../tags/tag690.xml"/><Relationship Id="rId5" Type="http://schemas.openxmlformats.org/officeDocument/2006/relationships/tags" Target="../tags/tag689.xml"/><Relationship Id="rId4" Type="http://schemas.openxmlformats.org/officeDocument/2006/relationships/tags" Target="../tags/tag688.xml"/></Relationships>
</file>

<file path=ppt/slides/_rels/slide65.xml.rels><?xml version="1.0" encoding="UTF-8" standalone="yes"?>
<Relationships xmlns="http://schemas.openxmlformats.org/package/2006/relationships"><Relationship Id="rId3" Type="http://schemas.openxmlformats.org/officeDocument/2006/relationships/tags" Target="../tags/tag693.xml"/><Relationship Id="rId7" Type="http://schemas.openxmlformats.org/officeDocument/2006/relationships/slideLayout" Target="../slideLayouts/slideLayout17.xml"/><Relationship Id="rId2" Type="http://schemas.openxmlformats.org/officeDocument/2006/relationships/tags" Target="../tags/tag692.xml"/><Relationship Id="rId1" Type="http://schemas.openxmlformats.org/officeDocument/2006/relationships/tags" Target="../tags/tag691.xml"/><Relationship Id="rId6" Type="http://schemas.openxmlformats.org/officeDocument/2006/relationships/tags" Target="../tags/tag696.xml"/><Relationship Id="rId5" Type="http://schemas.openxmlformats.org/officeDocument/2006/relationships/tags" Target="../tags/tag695.xml"/><Relationship Id="rId4" Type="http://schemas.openxmlformats.org/officeDocument/2006/relationships/tags" Target="../tags/tag694.xml"/></Relationships>
</file>

<file path=ppt/slides/_rels/slide66.xml.rels><?xml version="1.0" encoding="UTF-8" standalone="yes"?>
<Relationships xmlns="http://schemas.openxmlformats.org/package/2006/relationships"><Relationship Id="rId8" Type="http://schemas.openxmlformats.org/officeDocument/2006/relationships/tags" Target="../tags/tag704.xml"/><Relationship Id="rId3" Type="http://schemas.openxmlformats.org/officeDocument/2006/relationships/tags" Target="../tags/tag699.xml"/><Relationship Id="rId7" Type="http://schemas.openxmlformats.org/officeDocument/2006/relationships/tags" Target="../tags/tag703.xml"/><Relationship Id="rId12" Type="http://schemas.openxmlformats.org/officeDocument/2006/relationships/slideLayout" Target="../slideLayouts/slideLayout17.xml"/><Relationship Id="rId2" Type="http://schemas.openxmlformats.org/officeDocument/2006/relationships/tags" Target="../tags/tag698.xml"/><Relationship Id="rId1" Type="http://schemas.openxmlformats.org/officeDocument/2006/relationships/tags" Target="../tags/tag697.xml"/><Relationship Id="rId6" Type="http://schemas.openxmlformats.org/officeDocument/2006/relationships/tags" Target="../tags/tag702.xml"/><Relationship Id="rId11" Type="http://schemas.openxmlformats.org/officeDocument/2006/relationships/tags" Target="../tags/tag707.xml"/><Relationship Id="rId5" Type="http://schemas.openxmlformats.org/officeDocument/2006/relationships/tags" Target="../tags/tag701.xml"/><Relationship Id="rId10" Type="http://schemas.openxmlformats.org/officeDocument/2006/relationships/tags" Target="../tags/tag706.xml"/><Relationship Id="rId4" Type="http://schemas.openxmlformats.org/officeDocument/2006/relationships/tags" Target="../tags/tag700.xml"/><Relationship Id="rId9" Type="http://schemas.openxmlformats.org/officeDocument/2006/relationships/tags" Target="../tags/tag705.xml"/></Relationships>
</file>

<file path=ppt/slides/_rels/slide67.xml.rels><?xml version="1.0" encoding="UTF-8" standalone="yes"?>
<Relationships xmlns="http://schemas.openxmlformats.org/package/2006/relationships"><Relationship Id="rId8" Type="http://schemas.openxmlformats.org/officeDocument/2006/relationships/tags" Target="../tags/tag715.xml"/><Relationship Id="rId3" Type="http://schemas.openxmlformats.org/officeDocument/2006/relationships/tags" Target="../tags/tag710.xml"/><Relationship Id="rId7" Type="http://schemas.openxmlformats.org/officeDocument/2006/relationships/tags" Target="../tags/tag714.xml"/><Relationship Id="rId12" Type="http://schemas.openxmlformats.org/officeDocument/2006/relationships/slideLayout" Target="../slideLayouts/slideLayout17.xml"/><Relationship Id="rId2" Type="http://schemas.openxmlformats.org/officeDocument/2006/relationships/tags" Target="../tags/tag709.xml"/><Relationship Id="rId1" Type="http://schemas.openxmlformats.org/officeDocument/2006/relationships/tags" Target="../tags/tag708.xml"/><Relationship Id="rId6" Type="http://schemas.openxmlformats.org/officeDocument/2006/relationships/tags" Target="../tags/tag713.xml"/><Relationship Id="rId11" Type="http://schemas.openxmlformats.org/officeDocument/2006/relationships/tags" Target="../tags/tag718.xml"/><Relationship Id="rId5" Type="http://schemas.openxmlformats.org/officeDocument/2006/relationships/tags" Target="../tags/tag712.xml"/><Relationship Id="rId10" Type="http://schemas.openxmlformats.org/officeDocument/2006/relationships/tags" Target="../tags/tag717.xml"/><Relationship Id="rId4" Type="http://schemas.openxmlformats.org/officeDocument/2006/relationships/tags" Target="../tags/tag711.xml"/><Relationship Id="rId9" Type="http://schemas.openxmlformats.org/officeDocument/2006/relationships/tags" Target="../tags/tag716.xml"/></Relationships>
</file>

<file path=ppt/slides/_rels/slide68.xml.rels><?xml version="1.0" encoding="UTF-8" standalone="yes"?>
<Relationships xmlns="http://schemas.openxmlformats.org/package/2006/relationships"><Relationship Id="rId3" Type="http://schemas.openxmlformats.org/officeDocument/2006/relationships/tags" Target="../tags/tag721.xml"/><Relationship Id="rId7" Type="http://schemas.openxmlformats.org/officeDocument/2006/relationships/slideLayout" Target="../slideLayouts/slideLayout17.xml"/><Relationship Id="rId2" Type="http://schemas.openxmlformats.org/officeDocument/2006/relationships/tags" Target="../tags/tag720.xml"/><Relationship Id="rId1" Type="http://schemas.openxmlformats.org/officeDocument/2006/relationships/tags" Target="../tags/tag719.xml"/><Relationship Id="rId6" Type="http://schemas.openxmlformats.org/officeDocument/2006/relationships/tags" Target="../tags/tag724.xml"/><Relationship Id="rId5" Type="http://schemas.openxmlformats.org/officeDocument/2006/relationships/tags" Target="../tags/tag723.xml"/><Relationship Id="rId4" Type="http://schemas.openxmlformats.org/officeDocument/2006/relationships/tags" Target="../tags/tag722.xml"/></Relationships>
</file>

<file path=ppt/slides/_rels/slide69.xml.rels><?xml version="1.0" encoding="UTF-8" standalone="yes"?>
<Relationships xmlns="http://schemas.openxmlformats.org/package/2006/relationships"><Relationship Id="rId3" Type="http://schemas.openxmlformats.org/officeDocument/2006/relationships/tags" Target="../tags/tag727.xml"/><Relationship Id="rId7" Type="http://schemas.openxmlformats.org/officeDocument/2006/relationships/slideLayout" Target="../slideLayouts/slideLayout17.xml"/><Relationship Id="rId2" Type="http://schemas.openxmlformats.org/officeDocument/2006/relationships/tags" Target="../tags/tag726.xml"/><Relationship Id="rId1" Type="http://schemas.openxmlformats.org/officeDocument/2006/relationships/tags" Target="../tags/tag725.xml"/><Relationship Id="rId6" Type="http://schemas.openxmlformats.org/officeDocument/2006/relationships/tags" Target="../tags/tag730.xml"/><Relationship Id="rId5" Type="http://schemas.openxmlformats.org/officeDocument/2006/relationships/tags" Target="../tags/tag729.xml"/><Relationship Id="rId4" Type="http://schemas.openxmlformats.org/officeDocument/2006/relationships/tags" Target="../tags/tag728.xml"/></Relationships>
</file>

<file path=ppt/slides/_rels/slide70.xml.rels><?xml version="1.0" encoding="UTF-8" standalone="yes"?>
<Relationships xmlns="http://schemas.openxmlformats.org/package/2006/relationships"><Relationship Id="rId3" Type="http://schemas.openxmlformats.org/officeDocument/2006/relationships/tags" Target="../tags/tag733.xml"/><Relationship Id="rId7" Type="http://schemas.openxmlformats.org/officeDocument/2006/relationships/slideLayout" Target="../slideLayouts/slideLayout17.xml"/><Relationship Id="rId2" Type="http://schemas.openxmlformats.org/officeDocument/2006/relationships/tags" Target="../tags/tag732.xml"/><Relationship Id="rId1" Type="http://schemas.openxmlformats.org/officeDocument/2006/relationships/tags" Target="../tags/tag731.xml"/><Relationship Id="rId6" Type="http://schemas.openxmlformats.org/officeDocument/2006/relationships/tags" Target="../tags/tag736.xml"/><Relationship Id="rId5" Type="http://schemas.openxmlformats.org/officeDocument/2006/relationships/tags" Target="../tags/tag735.xml"/><Relationship Id="rId4" Type="http://schemas.openxmlformats.org/officeDocument/2006/relationships/tags" Target="../tags/tag734.xml"/></Relationships>
</file>

<file path=ppt/slides/_rels/slide71.xml.rels><?xml version="1.0" encoding="UTF-8" standalone="yes"?>
<Relationships xmlns="http://schemas.openxmlformats.org/package/2006/relationships"><Relationship Id="rId3" Type="http://schemas.openxmlformats.org/officeDocument/2006/relationships/tags" Target="../tags/tag739.xml"/><Relationship Id="rId7" Type="http://schemas.openxmlformats.org/officeDocument/2006/relationships/slideLayout" Target="../slideLayouts/slideLayout17.xml"/><Relationship Id="rId2" Type="http://schemas.openxmlformats.org/officeDocument/2006/relationships/tags" Target="../tags/tag738.xml"/><Relationship Id="rId1" Type="http://schemas.openxmlformats.org/officeDocument/2006/relationships/tags" Target="../tags/tag737.xml"/><Relationship Id="rId6" Type="http://schemas.openxmlformats.org/officeDocument/2006/relationships/tags" Target="../tags/tag742.xml"/><Relationship Id="rId5" Type="http://schemas.openxmlformats.org/officeDocument/2006/relationships/tags" Target="../tags/tag741.xml"/><Relationship Id="rId4" Type="http://schemas.openxmlformats.org/officeDocument/2006/relationships/tags" Target="../tags/tag740.xml"/></Relationships>
</file>

<file path=ppt/slides/_rels/slide72.xml.rels><?xml version="1.0" encoding="UTF-8" standalone="yes"?>
<Relationships xmlns="http://schemas.openxmlformats.org/package/2006/relationships"><Relationship Id="rId3" Type="http://schemas.openxmlformats.org/officeDocument/2006/relationships/tags" Target="../tags/tag745.xml"/><Relationship Id="rId7" Type="http://schemas.openxmlformats.org/officeDocument/2006/relationships/slideLayout" Target="../slideLayouts/slideLayout17.xml"/><Relationship Id="rId2" Type="http://schemas.openxmlformats.org/officeDocument/2006/relationships/tags" Target="../tags/tag744.xml"/><Relationship Id="rId1" Type="http://schemas.openxmlformats.org/officeDocument/2006/relationships/tags" Target="../tags/tag743.xml"/><Relationship Id="rId6" Type="http://schemas.openxmlformats.org/officeDocument/2006/relationships/tags" Target="../tags/tag748.xml"/><Relationship Id="rId5" Type="http://schemas.openxmlformats.org/officeDocument/2006/relationships/tags" Target="../tags/tag747.xml"/><Relationship Id="rId4" Type="http://schemas.openxmlformats.org/officeDocument/2006/relationships/tags" Target="../tags/tag746.xml"/></Relationships>
</file>

<file path=ppt/slides/_rels/slide73.xml.rels><?xml version="1.0" encoding="UTF-8" standalone="yes"?>
<Relationships xmlns="http://schemas.openxmlformats.org/package/2006/relationships"><Relationship Id="rId8" Type="http://schemas.openxmlformats.org/officeDocument/2006/relationships/tags" Target="../tags/tag756.xml"/><Relationship Id="rId3" Type="http://schemas.openxmlformats.org/officeDocument/2006/relationships/tags" Target="../tags/tag751.xml"/><Relationship Id="rId7" Type="http://schemas.openxmlformats.org/officeDocument/2006/relationships/tags" Target="../tags/tag755.xml"/><Relationship Id="rId12" Type="http://schemas.openxmlformats.org/officeDocument/2006/relationships/slideLayout" Target="../slideLayouts/slideLayout17.xml"/><Relationship Id="rId2" Type="http://schemas.openxmlformats.org/officeDocument/2006/relationships/tags" Target="../tags/tag750.xml"/><Relationship Id="rId1" Type="http://schemas.openxmlformats.org/officeDocument/2006/relationships/tags" Target="../tags/tag749.xml"/><Relationship Id="rId6" Type="http://schemas.openxmlformats.org/officeDocument/2006/relationships/tags" Target="../tags/tag754.xml"/><Relationship Id="rId11" Type="http://schemas.openxmlformats.org/officeDocument/2006/relationships/tags" Target="../tags/tag759.xml"/><Relationship Id="rId5" Type="http://schemas.openxmlformats.org/officeDocument/2006/relationships/tags" Target="../tags/tag753.xml"/><Relationship Id="rId10" Type="http://schemas.openxmlformats.org/officeDocument/2006/relationships/tags" Target="../tags/tag758.xml"/><Relationship Id="rId4" Type="http://schemas.openxmlformats.org/officeDocument/2006/relationships/tags" Target="../tags/tag752.xml"/><Relationship Id="rId9" Type="http://schemas.openxmlformats.org/officeDocument/2006/relationships/tags" Target="../tags/tag757.xml"/></Relationships>
</file>

<file path=ppt/slides/_rels/slide74.xml.rels><?xml version="1.0" encoding="UTF-8" standalone="yes"?>
<Relationships xmlns="http://schemas.openxmlformats.org/package/2006/relationships"><Relationship Id="rId3" Type="http://schemas.openxmlformats.org/officeDocument/2006/relationships/tags" Target="../tags/tag762.xml"/><Relationship Id="rId7" Type="http://schemas.openxmlformats.org/officeDocument/2006/relationships/slideLayout" Target="../slideLayouts/slideLayout17.xml"/><Relationship Id="rId2" Type="http://schemas.openxmlformats.org/officeDocument/2006/relationships/tags" Target="../tags/tag761.xml"/><Relationship Id="rId1" Type="http://schemas.openxmlformats.org/officeDocument/2006/relationships/tags" Target="../tags/tag760.xml"/><Relationship Id="rId6" Type="http://schemas.openxmlformats.org/officeDocument/2006/relationships/tags" Target="../tags/tag765.xml"/><Relationship Id="rId5" Type="http://schemas.openxmlformats.org/officeDocument/2006/relationships/tags" Target="../tags/tag764.xml"/><Relationship Id="rId4" Type="http://schemas.openxmlformats.org/officeDocument/2006/relationships/tags" Target="../tags/tag763.xml"/></Relationships>
</file>

<file path=ppt/slides/_rels/slide75.xml.rels><?xml version="1.0" encoding="UTF-8" standalone="yes"?>
<Relationships xmlns="http://schemas.openxmlformats.org/package/2006/relationships"><Relationship Id="rId3" Type="http://schemas.openxmlformats.org/officeDocument/2006/relationships/tags" Target="../tags/tag768.xml"/><Relationship Id="rId7" Type="http://schemas.openxmlformats.org/officeDocument/2006/relationships/slideLayout" Target="../slideLayouts/slideLayout17.xml"/><Relationship Id="rId2" Type="http://schemas.openxmlformats.org/officeDocument/2006/relationships/tags" Target="../tags/tag767.xml"/><Relationship Id="rId1" Type="http://schemas.openxmlformats.org/officeDocument/2006/relationships/tags" Target="../tags/tag766.xml"/><Relationship Id="rId6" Type="http://schemas.openxmlformats.org/officeDocument/2006/relationships/tags" Target="../tags/tag771.xml"/><Relationship Id="rId5" Type="http://schemas.openxmlformats.org/officeDocument/2006/relationships/tags" Target="../tags/tag770.xml"/><Relationship Id="rId4" Type="http://schemas.openxmlformats.org/officeDocument/2006/relationships/tags" Target="../tags/tag769.xml"/></Relationships>
</file>

<file path=ppt/slides/_rels/slide76.xml.rels><?xml version="1.0" encoding="UTF-8" standalone="yes"?>
<Relationships xmlns="http://schemas.openxmlformats.org/package/2006/relationships"><Relationship Id="rId8" Type="http://schemas.openxmlformats.org/officeDocument/2006/relationships/tags" Target="../tags/tag779.xml"/><Relationship Id="rId3" Type="http://schemas.openxmlformats.org/officeDocument/2006/relationships/tags" Target="../tags/tag774.xml"/><Relationship Id="rId7" Type="http://schemas.openxmlformats.org/officeDocument/2006/relationships/tags" Target="../tags/tag778.xml"/><Relationship Id="rId12" Type="http://schemas.openxmlformats.org/officeDocument/2006/relationships/slideLayout" Target="../slideLayouts/slideLayout17.xml"/><Relationship Id="rId2" Type="http://schemas.openxmlformats.org/officeDocument/2006/relationships/tags" Target="../tags/tag773.xml"/><Relationship Id="rId1" Type="http://schemas.openxmlformats.org/officeDocument/2006/relationships/tags" Target="../tags/tag772.xml"/><Relationship Id="rId6" Type="http://schemas.openxmlformats.org/officeDocument/2006/relationships/tags" Target="../tags/tag777.xml"/><Relationship Id="rId11" Type="http://schemas.openxmlformats.org/officeDocument/2006/relationships/tags" Target="../tags/tag782.xml"/><Relationship Id="rId5" Type="http://schemas.openxmlformats.org/officeDocument/2006/relationships/tags" Target="../tags/tag776.xml"/><Relationship Id="rId10" Type="http://schemas.openxmlformats.org/officeDocument/2006/relationships/tags" Target="../tags/tag781.xml"/><Relationship Id="rId4" Type="http://schemas.openxmlformats.org/officeDocument/2006/relationships/tags" Target="../tags/tag775.xml"/><Relationship Id="rId9" Type="http://schemas.openxmlformats.org/officeDocument/2006/relationships/tags" Target="../tags/tag780.xml"/></Relationships>
</file>

<file path=ppt/slides/_rels/slide77.xml.rels><?xml version="1.0" encoding="UTF-8" standalone="yes"?>
<Relationships xmlns="http://schemas.openxmlformats.org/package/2006/relationships"><Relationship Id="rId3" Type="http://schemas.openxmlformats.org/officeDocument/2006/relationships/tags" Target="../tags/tag785.xml"/><Relationship Id="rId7" Type="http://schemas.openxmlformats.org/officeDocument/2006/relationships/slideLayout" Target="../slideLayouts/slideLayout17.xml"/><Relationship Id="rId2" Type="http://schemas.openxmlformats.org/officeDocument/2006/relationships/tags" Target="../tags/tag784.xml"/><Relationship Id="rId1" Type="http://schemas.openxmlformats.org/officeDocument/2006/relationships/tags" Target="../tags/tag783.xml"/><Relationship Id="rId6" Type="http://schemas.openxmlformats.org/officeDocument/2006/relationships/tags" Target="../tags/tag788.xml"/><Relationship Id="rId5" Type="http://schemas.openxmlformats.org/officeDocument/2006/relationships/tags" Target="../tags/tag787.xml"/><Relationship Id="rId4" Type="http://schemas.openxmlformats.org/officeDocument/2006/relationships/tags" Target="../tags/tag786.xml"/></Relationships>
</file>

<file path=ppt/slides/_rels/slide78.xml.rels><?xml version="1.0" encoding="UTF-8" standalone="yes"?>
<Relationships xmlns="http://schemas.openxmlformats.org/package/2006/relationships"><Relationship Id="rId8" Type="http://schemas.openxmlformats.org/officeDocument/2006/relationships/tags" Target="../tags/tag796.xml"/><Relationship Id="rId3" Type="http://schemas.openxmlformats.org/officeDocument/2006/relationships/tags" Target="../tags/tag791.xml"/><Relationship Id="rId7" Type="http://schemas.openxmlformats.org/officeDocument/2006/relationships/tags" Target="../tags/tag795.xml"/><Relationship Id="rId12" Type="http://schemas.openxmlformats.org/officeDocument/2006/relationships/slideLayout" Target="../slideLayouts/slideLayout17.xml"/><Relationship Id="rId2" Type="http://schemas.openxmlformats.org/officeDocument/2006/relationships/tags" Target="../tags/tag790.xml"/><Relationship Id="rId1" Type="http://schemas.openxmlformats.org/officeDocument/2006/relationships/tags" Target="../tags/tag789.xml"/><Relationship Id="rId6" Type="http://schemas.openxmlformats.org/officeDocument/2006/relationships/tags" Target="../tags/tag794.xml"/><Relationship Id="rId11" Type="http://schemas.openxmlformats.org/officeDocument/2006/relationships/tags" Target="../tags/tag799.xml"/><Relationship Id="rId5" Type="http://schemas.openxmlformats.org/officeDocument/2006/relationships/tags" Target="../tags/tag793.xml"/><Relationship Id="rId10" Type="http://schemas.openxmlformats.org/officeDocument/2006/relationships/tags" Target="../tags/tag798.xml"/><Relationship Id="rId4" Type="http://schemas.openxmlformats.org/officeDocument/2006/relationships/tags" Target="../tags/tag792.xml"/><Relationship Id="rId9" Type="http://schemas.openxmlformats.org/officeDocument/2006/relationships/tags" Target="../tags/tag797.xml"/></Relationships>
</file>

<file path=ppt/slides/_rels/slide79.xml.rels><?xml version="1.0" encoding="UTF-8" standalone="yes"?>
<Relationships xmlns="http://schemas.openxmlformats.org/package/2006/relationships"><Relationship Id="rId3" Type="http://schemas.openxmlformats.org/officeDocument/2006/relationships/tags" Target="../tags/tag802.xml"/><Relationship Id="rId7" Type="http://schemas.openxmlformats.org/officeDocument/2006/relationships/slideLayout" Target="../slideLayouts/slideLayout17.xml"/><Relationship Id="rId2" Type="http://schemas.openxmlformats.org/officeDocument/2006/relationships/tags" Target="../tags/tag801.xml"/><Relationship Id="rId1" Type="http://schemas.openxmlformats.org/officeDocument/2006/relationships/tags" Target="../tags/tag800.xml"/><Relationship Id="rId6" Type="http://schemas.openxmlformats.org/officeDocument/2006/relationships/tags" Target="../tags/tag805.xml"/><Relationship Id="rId5" Type="http://schemas.openxmlformats.org/officeDocument/2006/relationships/tags" Target="../tags/tag804.xml"/><Relationship Id="rId4" Type="http://schemas.openxmlformats.org/officeDocument/2006/relationships/tags" Target="../tags/tag803.xml"/></Relationships>
</file>

<file path=ppt/slides/_rels/slide80.xml.rels><?xml version="1.0" encoding="UTF-8" standalone="yes"?>
<Relationships xmlns="http://schemas.openxmlformats.org/package/2006/relationships"><Relationship Id="rId3" Type="http://schemas.openxmlformats.org/officeDocument/2006/relationships/tags" Target="../tags/tag808.xml"/><Relationship Id="rId7" Type="http://schemas.openxmlformats.org/officeDocument/2006/relationships/slideLayout" Target="../slideLayouts/slideLayout17.xml"/><Relationship Id="rId2" Type="http://schemas.openxmlformats.org/officeDocument/2006/relationships/tags" Target="../tags/tag807.xml"/><Relationship Id="rId1" Type="http://schemas.openxmlformats.org/officeDocument/2006/relationships/tags" Target="../tags/tag806.xml"/><Relationship Id="rId6" Type="http://schemas.openxmlformats.org/officeDocument/2006/relationships/tags" Target="../tags/tag811.xml"/><Relationship Id="rId5" Type="http://schemas.openxmlformats.org/officeDocument/2006/relationships/tags" Target="../tags/tag810.xml"/><Relationship Id="rId4" Type="http://schemas.openxmlformats.org/officeDocument/2006/relationships/tags" Target="../tags/tag809.xml"/></Relationships>
</file>

<file path=ppt/slides/_rels/slide81.xml.rels><?xml version="1.0" encoding="UTF-8" standalone="yes"?>
<Relationships xmlns="http://schemas.openxmlformats.org/package/2006/relationships"><Relationship Id="rId3" Type="http://schemas.openxmlformats.org/officeDocument/2006/relationships/tags" Target="../tags/tag814.xml"/><Relationship Id="rId7" Type="http://schemas.openxmlformats.org/officeDocument/2006/relationships/slideLayout" Target="../slideLayouts/slideLayout17.xml"/><Relationship Id="rId2" Type="http://schemas.openxmlformats.org/officeDocument/2006/relationships/tags" Target="../tags/tag813.xml"/><Relationship Id="rId1" Type="http://schemas.openxmlformats.org/officeDocument/2006/relationships/tags" Target="../tags/tag812.xml"/><Relationship Id="rId6" Type="http://schemas.openxmlformats.org/officeDocument/2006/relationships/tags" Target="../tags/tag817.xml"/><Relationship Id="rId5" Type="http://schemas.openxmlformats.org/officeDocument/2006/relationships/tags" Target="../tags/tag816.xml"/><Relationship Id="rId4" Type="http://schemas.openxmlformats.org/officeDocument/2006/relationships/tags" Target="../tags/tag815.xml"/></Relationships>
</file>

<file path=ppt/slides/_rels/slide82.xml.rels><?xml version="1.0" encoding="UTF-8" standalone="yes"?>
<Relationships xmlns="http://schemas.openxmlformats.org/package/2006/relationships"><Relationship Id="rId3" Type="http://schemas.openxmlformats.org/officeDocument/2006/relationships/tags" Target="../tags/tag820.xml"/><Relationship Id="rId7" Type="http://schemas.openxmlformats.org/officeDocument/2006/relationships/slideLayout" Target="../slideLayouts/slideLayout17.xml"/><Relationship Id="rId2" Type="http://schemas.openxmlformats.org/officeDocument/2006/relationships/tags" Target="../tags/tag819.xml"/><Relationship Id="rId1" Type="http://schemas.openxmlformats.org/officeDocument/2006/relationships/tags" Target="../tags/tag818.xml"/><Relationship Id="rId6" Type="http://schemas.openxmlformats.org/officeDocument/2006/relationships/tags" Target="../tags/tag823.xml"/><Relationship Id="rId5" Type="http://schemas.openxmlformats.org/officeDocument/2006/relationships/tags" Target="../tags/tag822.xml"/><Relationship Id="rId4" Type="http://schemas.openxmlformats.org/officeDocument/2006/relationships/tags" Target="../tags/tag821.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825.xml"/><Relationship Id="rId1" Type="http://schemas.openxmlformats.org/officeDocument/2006/relationships/tags" Target="../tags/tag8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6"/>
        </p:blipFill>
        <p:spPr>
          <a:xfrm>
            <a:off x="9767483" y="552175"/>
            <a:ext cx="2057400" cy="2348076"/>
          </a:xfrm>
          <a:prstGeom prst="rect">
            <a:avLst/>
          </a:prstGeom>
        </p:spPr>
      </p:pic>
      <p:sp>
        <p:nvSpPr>
          <p:cNvPr id="3" name="标题 2"/>
          <p:cNvSpPr>
            <a:spLocks noGrp="1"/>
          </p:cNvSpPr>
          <p:nvPr>
            <p:ph type="ctrTitle"/>
            <p:custDataLst>
              <p:tags r:id="rId2"/>
            </p:custDataLst>
          </p:nvPr>
        </p:nvSpPr>
        <p:spPr>
          <a:xfrm>
            <a:off x="1523724" y="2984637"/>
            <a:ext cx="9144000" cy="1896745"/>
          </a:xfrm>
        </p:spPr>
        <p:txBody>
          <a:bodyPr>
            <a:normAutofit fontScale="90000"/>
          </a:bodyPr>
          <a:lstStyle/>
          <a:p>
            <a:pPr algn="ctr"/>
            <a:r>
              <a:rPr lang="en-US" altLang="zh-CN" dirty="0">
                <a:solidFill>
                  <a:schemeClr val="accent1"/>
                </a:solidFill>
                <a:sym typeface="Arial" panose="020B0604020202020204" pitchFamily="34" charset="0"/>
              </a:rPr>
              <a:t>CLI BANKING SYSTEM</a:t>
            </a:r>
          </a:p>
        </p:txBody>
      </p:sp>
      <p:sp>
        <p:nvSpPr>
          <p:cNvPr id="4" name="文本占位符 3"/>
          <p:cNvSpPr>
            <a:spLocks noGrp="1"/>
          </p:cNvSpPr>
          <p:nvPr>
            <p:ph type="body" sz="quarter" idx="13"/>
            <p:custDataLst>
              <p:tags r:id="rId3"/>
            </p:custDataLst>
          </p:nvPr>
        </p:nvSpPr>
        <p:spPr>
          <a:xfrm>
            <a:off x="883920" y="5050155"/>
            <a:ext cx="8898255" cy="1023620"/>
          </a:xfrm>
        </p:spPr>
        <p:txBody>
          <a:bodyPr>
            <a:normAutofit/>
          </a:bodyPr>
          <a:lstStyle/>
          <a:p>
            <a:r>
              <a:rPr lang="en-US" altLang="zh-CN" dirty="0">
                <a:solidFill>
                  <a:schemeClr val="accent1"/>
                </a:solidFill>
                <a:sym typeface="Arial" panose="020B0604020202020204" pitchFamily="34" charset="0"/>
              </a:rPr>
              <a:t>Speaker: Harmit Patel, Haotian Yang</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4"/>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矩形 8"/>
          <p:cNvSpPr/>
          <p:nvPr>
            <p:custDataLst>
              <p:tags r:id="rId5"/>
            </p:custDataLst>
          </p:nvPr>
        </p:nvSpPr>
        <p:spPr>
          <a:xfrm>
            <a:off x="1115379" y="918453"/>
            <a:ext cx="9934947" cy="532532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278123" y="609371"/>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115377" y="686026"/>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631342" y="6031678"/>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468596" y="6108332"/>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10"/>
            </p:custDataLst>
          </p:nvPr>
        </p:nvSpPr>
        <p:spPr>
          <a:xfrm>
            <a:off x="1412527" y="1180231"/>
            <a:ext cx="9340650" cy="4801767"/>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CLI Bank System Report
Group 11-Variant 3
Harmit Patel, and Haotian Yang
The requirement of this project： Project 3
CLI-Based Banking System
Project Description: Develop a console application for managing a banking system that allows customers to open accounts, perform transactions (deposits,</a:t>
            </a:r>
          </a:p>
        </p:txBody>
      </p:sp>
    </p:spTree>
    <p:custDataLst>
      <p:tags r:id="rId1"/>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4"/>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矩形 8"/>
          <p:cNvSpPr/>
          <p:nvPr>
            <p:custDataLst>
              <p:tags r:id="rId5"/>
            </p:custDataLst>
          </p:nvPr>
        </p:nvSpPr>
        <p:spPr>
          <a:xfrm>
            <a:off x="1115379" y="918453"/>
            <a:ext cx="9934947" cy="532532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278123" y="609371"/>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115377" y="686026"/>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631342" y="6031678"/>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468596" y="6108332"/>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10"/>
            </p:custDataLst>
          </p:nvPr>
        </p:nvSpPr>
        <p:spPr>
          <a:xfrm>
            <a:off x="1475198" y="1306454"/>
            <a:ext cx="9215307" cy="45493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withdrawals, transfers), manage account information, and view account balances. The system will also provide administrative functionalities for bank staff, such as account monitoring and report generation.
Core Features:
User and Account Registration: Adding customers and creating bank accounts.</a:t>
            </a:r>
          </a:p>
        </p:txBody>
      </p:sp>
    </p:spTree>
    <p:custDataLst>
      <p:tags r:id="rId1"/>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3" cstate="print">
            <a:extLst>
              <a:ext uri="{28A0092B-C50C-407E-A947-70E740481C1C}">
                <a14:useLocalDpi xmlns:a14="http://schemas.microsoft.com/office/drawing/2010/main" val="0"/>
              </a:ext>
            </a:extLst>
          </a:blip>
          <a:srcRect/>
          <a:stretch/>
        </p:blipFill>
        <p:spPr>
          <a:xfrm>
            <a:off x="2682456" y="0"/>
            <a:ext cx="7104291" cy="6885432"/>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4"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83"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4"/>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16"/>
          <p:cNvSpPr txBox="1"/>
          <p:nvPr>
            <p:custDataLst>
              <p:tags r:id="rId5"/>
            </p:custDataLst>
          </p:nvPr>
        </p:nvSpPr>
        <p:spPr>
          <a:xfrm>
            <a:off x="2062703" y="1306379"/>
            <a:ext cx="3853114" cy="2017453"/>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lnSpc>
                <a:spcPct val="130000"/>
              </a:lnSpc>
              <a:buNone/>
            </a:pPr>
            <a:r>
              <a:rPr lang="zh-CN" altLang="en-US" sz="2000" spc="150" dirty="0">
                <a:solidFill>
                  <a:schemeClr val="dk1">
                    <a:lumMod val="75000"/>
                    <a:lumOff val="25000"/>
                  </a:schemeClr>
                </a:solidFill>
                <a:uFillTx/>
                <a:latin typeface="微软雅黑" panose="020B0503020204020204" charset="-122"/>
                <a:ea typeface="微软雅黑" panose="020B0503020204020204" charset="-122"/>
                <a:sym typeface="+mn-ea"/>
              </a:rPr>
              <a:t>Transaction Management: Handle deposits, withdrawals, and transfers.</a:t>
            </a:r>
          </a:p>
        </p:txBody>
      </p:sp>
      <p:sp>
        <p:nvSpPr>
          <p:cNvPr id="7" name="文本框 6"/>
          <p:cNvSpPr txBox="1"/>
          <p:nvPr>
            <p:custDataLst>
              <p:tags r:id="rId6"/>
            </p:custDataLst>
          </p:nvPr>
        </p:nvSpPr>
        <p:spPr>
          <a:xfrm>
            <a:off x="1303991" y="1306379"/>
            <a:ext cx="588216" cy="445010"/>
          </a:xfrm>
          <a:prstGeom prst="rect">
            <a:avLst/>
          </a:prstGeom>
          <a:noFill/>
        </p:spPr>
        <p:txBody>
          <a:bodyPr wrap="square" rtlCol="0">
            <a:normAutofit fontScale="97500"/>
          </a:bodyPr>
          <a:lstStyle/>
          <a:p>
            <a:r>
              <a:rPr lang="en-US" altLang="zh-CN" sz="2400" b="1" dirty="0">
                <a:solidFill>
                  <a:schemeClr val="accent1">
                    <a:lumMod val="75000"/>
                  </a:schemeClr>
                </a:solidFill>
                <a:latin typeface="微软雅黑" panose="020B0503020204020204" charset="-122"/>
                <a:ea typeface="微软雅黑" panose="020B0503020204020204" charset="-122"/>
                <a:cs typeface="Arial" panose="020B0604020202020204" pitchFamily="34" charset="0"/>
              </a:rPr>
              <a:t>01</a:t>
            </a:r>
          </a:p>
        </p:txBody>
      </p:sp>
      <p:sp>
        <p:nvSpPr>
          <p:cNvPr id="16" name="Freeform 54"/>
          <p:cNvSpPr/>
          <p:nvPr>
            <p:custDataLst>
              <p:tags r:id="rId7"/>
            </p:custDataLst>
          </p:nvPr>
        </p:nvSpPr>
        <p:spPr bwMode="auto">
          <a:xfrm>
            <a:off x="1484207" y="1705379"/>
            <a:ext cx="144556" cy="174175"/>
          </a:xfrm>
          <a:custGeom>
            <a:avLst/>
            <a:gdLst>
              <a:gd name="T0" fmla="*/ 146 w 163"/>
              <a:gd name="T1" fmla="*/ 0 h 227"/>
              <a:gd name="T2" fmla="*/ 152 w 163"/>
              <a:gd name="T3" fmla="*/ 1 h 227"/>
              <a:gd name="T4" fmla="*/ 157 w 163"/>
              <a:gd name="T5" fmla="*/ 10 h 227"/>
              <a:gd name="T6" fmla="*/ 150 w 163"/>
              <a:gd name="T7" fmla="*/ 24 h 227"/>
              <a:gd name="T8" fmla="*/ 129 w 163"/>
              <a:gd name="T9" fmla="*/ 49 h 227"/>
              <a:gd name="T10" fmla="*/ 116 w 163"/>
              <a:gd name="T11" fmla="*/ 61 h 227"/>
              <a:gd name="T12" fmla="*/ 92 w 163"/>
              <a:gd name="T13" fmla="*/ 84 h 227"/>
              <a:gd name="T14" fmla="*/ 81 w 163"/>
              <a:gd name="T15" fmla="*/ 93 h 227"/>
              <a:gd name="T16" fmla="*/ 30 w 163"/>
              <a:gd name="T17" fmla="*/ 131 h 227"/>
              <a:gd name="T18" fmla="*/ 30 w 163"/>
              <a:gd name="T19" fmla="*/ 131 h 227"/>
              <a:gd name="T20" fmla="*/ 28 w 163"/>
              <a:gd name="T21" fmla="*/ 133 h 227"/>
              <a:gd name="T22" fmla="*/ 30 w 163"/>
              <a:gd name="T23" fmla="*/ 133 h 227"/>
              <a:gd name="T24" fmla="*/ 63 w 163"/>
              <a:gd name="T25" fmla="*/ 148 h 227"/>
              <a:gd name="T26" fmla="*/ 96 w 163"/>
              <a:gd name="T27" fmla="*/ 169 h 227"/>
              <a:gd name="T28" fmla="*/ 117 w 163"/>
              <a:gd name="T29" fmla="*/ 178 h 227"/>
              <a:gd name="T30" fmla="*/ 155 w 163"/>
              <a:gd name="T31" fmla="*/ 204 h 227"/>
              <a:gd name="T32" fmla="*/ 160 w 163"/>
              <a:gd name="T33" fmla="*/ 213 h 227"/>
              <a:gd name="T34" fmla="*/ 156 w 163"/>
              <a:gd name="T35" fmla="*/ 225 h 227"/>
              <a:gd name="T36" fmla="*/ 144 w 163"/>
              <a:gd name="T37" fmla="*/ 226 h 227"/>
              <a:gd name="T38" fmla="*/ 104 w 163"/>
              <a:gd name="T39" fmla="*/ 214 h 227"/>
              <a:gd name="T40" fmla="*/ 59 w 163"/>
              <a:gd name="T41" fmla="*/ 190 h 227"/>
              <a:gd name="T42" fmla="*/ 30 w 163"/>
              <a:gd name="T43" fmla="*/ 165 h 227"/>
              <a:gd name="T44" fmla="*/ 10 w 163"/>
              <a:gd name="T45" fmla="*/ 145 h 227"/>
              <a:gd name="T46" fmla="*/ 4 w 163"/>
              <a:gd name="T47" fmla="*/ 140 h 227"/>
              <a:gd name="T48" fmla="*/ 2 w 163"/>
              <a:gd name="T49" fmla="*/ 139 h 227"/>
              <a:gd name="T50" fmla="*/ 2 w 163"/>
              <a:gd name="T51" fmla="*/ 134 h 227"/>
              <a:gd name="T52" fmla="*/ 5 w 163"/>
              <a:gd name="T53" fmla="*/ 131 h 227"/>
              <a:gd name="T54" fmla="*/ 16 w 163"/>
              <a:gd name="T55" fmla="*/ 121 h 227"/>
              <a:gd name="T56" fmla="*/ 20 w 163"/>
              <a:gd name="T57" fmla="*/ 115 h 227"/>
              <a:gd name="T58" fmla="*/ 38 w 163"/>
              <a:gd name="T59" fmla="*/ 84 h 227"/>
              <a:gd name="T60" fmla="*/ 58 w 163"/>
              <a:gd name="T61" fmla="*/ 58 h 227"/>
              <a:gd name="T62" fmla="*/ 72 w 163"/>
              <a:gd name="T63" fmla="*/ 44 h 227"/>
              <a:gd name="T64" fmla="*/ 115 w 163"/>
              <a:gd name="T65" fmla="*/ 10 h 227"/>
              <a:gd name="T66" fmla="*/ 140 w 163"/>
              <a:gd name="T67" fmla="*/ 0 h 227"/>
              <a:gd name="T68" fmla="*/ 146 w 163"/>
              <a:gd name="T69"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 h="227">
                <a:moveTo>
                  <a:pt x="146" y="0"/>
                </a:moveTo>
                <a:cubicBezTo>
                  <a:pt x="148" y="0"/>
                  <a:pt x="150" y="0"/>
                  <a:pt x="152" y="1"/>
                </a:cubicBezTo>
                <a:cubicBezTo>
                  <a:pt x="157" y="2"/>
                  <a:pt x="158" y="5"/>
                  <a:pt x="157" y="10"/>
                </a:cubicBezTo>
                <a:cubicBezTo>
                  <a:pt x="156" y="15"/>
                  <a:pt x="153" y="20"/>
                  <a:pt x="150" y="24"/>
                </a:cubicBezTo>
                <a:cubicBezTo>
                  <a:pt x="144" y="33"/>
                  <a:pt x="137" y="41"/>
                  <a:pt x="129" y="49"/>
                </a:cubicBezTo>
                <a:cubicBezTo>
                  <a:pt x="125" y="53"/>
                  <a:pt x="121" y="57"/>
                  <a:pt x="116" y="61"/>
                </a:cubicBezTo>
                <a:cubicBezTo>
                  <a:pt x="108" y="69"/>
                  <a:pt x="100" y="76"/>
                  <a:pt x="92" y="84"/>
                </a:cubicBezTo>
                <a:cubicBezTo>
                  <a:pt x="88" y="87"/>
                  <a:pt x="85" y="90"/>
                  <a:pt x="81" y="93"/>
                </a:cubicBezTo>
                <a:cubicBezTo>
                  <a:pt x="66" y="108"/>
                  <a:pt x="49" y="121"/>
                  <a:pt x="30" y="131"/>
                </a:cubicBezTo>
                <a:cubicBezTo>
                  <a:pt x="30" y="131"/>
                  <a:pt x="30" y="131"/>
                  <a:pt x="30" y="131"/>
                </a:cubicBezTo>
                <a:cubicBezTo>
                  <a:pt x="29" y="132"/>
                  <a:pt x="29" y="132"/>
                  <a:pt x="28" y="133"/>
                </a:cubicBezTo>
                <a:cubicBezTo>
                  <a:pt x="29" y="133"/>
                  <a:pt x="29" y="133"/>
                  <a:pt x="30" y="133"/>
                </a:cubicBezTo>
                <a:cubicBezTo>
                  <a:pt x="42" y="135"/>
                  <a:pt x="53" y="141"/>
                  <a:pt x="63" y="148"/>
                </a:cubicBezTo>
                <a:cubicBezTo>
                  <a:pt x="73" y="156"/>
                  <a:pt x="84" y="163"/>
                  <a:pt x="96" y="169"/>
                </a:cubicBezTo>
                <a:cubicBezTo>
                  <a:pt x="103" y="172"/>
                  <a:pt x="110" y="175"/>
                  <a:pt x="117" y="178"/>
                </a:cubicBezTo>
                <a:cubicBezTo>
                  <a:pt x="131" y="185"/>
                  <a:pt x="144" y="193"/>
                  <a:pt x="155" y="204"/>
                </a:cubicBezTo>
                <a:cubicBezTo>
                  <a:pt x="157" y="207"/>
                  <a:pt x="159" y="210"/>
                  <a:pt x="160" y="213"/>
                </a:cubicBezTo>
                <a:cubicBezTo>
                  <a:pt x="163" y="218"/>
                  <a:pt x="161" y="223"/>
                  <a:pt x="156" y="225"/>
                </a:cubicBezTo>
                <a:cubicBezTo>
                  <a:pt x="152" y="226"/>
                  <a:pt x="148" y="227"/>
                  <a:pt x="144" y="226"/>
                </a:cubicBezTo>
                <a:cubicBezTo>
                  <a:pt x="130" y="225"/>
                  <a:pt x="116" y="220"/>
                  <a:pt x="104" y="214"/>
                </a:cubicBezTo>
                <a:cubicBezTo>
                  <a:pt x="89" y="206"/>
                  <a:pt x="74" y="198"/>
                  <a:pt x="59" y="190"/>
                </a:cubicBezTo>
                <a:cubicBezTo>
                  <a:pt x="47" y="184"/>
                  <a:pt x="38" y="175"/>
                  <a:pt x="30" y="165"/>
                </a:cubicBezTo>
                <a:cubicBezTo>
                  <a:pt x="23" y="158"/>
                  <a:pt x="17" y="151"/>
                  <a:pt x="10" y="145"/>
                </a:cubicBezTo>
                <a:cubicBezTo>
                  <a:pt x="9" y="143"/>
                  <a:pt x="6" y="142"/>
                  <a:pt x="4" y="140"/>
                </a:cubicBezTo>
                <a:cubicBezTo>
                  <a:pt x="3" y="140"/>
                  <a:pt x="2" y="139"/>
                  <a:pt x="2" y="139"/>
                </a:cubicBezTo>
                <a:cubicBezTo>
                  <a:pt x="0" y="137"/>
                  <a:pt x="0" y="136"/>
                  <a:pt x="2" y="134"/>
                </a:cubicBezTo>
                <a:cubicBezTo>
                  <a:pt x="3" y="133"/>
                  <a:pt x="4" y="132"/>
                  <a:pt x="5" y="131"/>
                </a:cubicBezTo>
                <a:cubicBezTo>
                  <a:pt x="9" y="128"/>
                  <a:pt x="13" y="125"/>
                  <a:pt x="16" y="121"/>
                </a:cubicBezTo>
                <a:cubicBezTo>
                  <a:pt x="18" y="120"/>
                  <a:pt x="19" y="118"/>
                  <a:pt x="20" y="115"/>
                </a:cubicBezTo>
                <a:cubicBezTo>
                  <a:pt x="26" y="105"/>
                  <a:pt x="31" y="94"/>
                  <a:pt x="38" y="84"/>
                </a:cubicBezTo>
                <a:cubicBezTo>
                  <a:pt x="44" y="74"/>
                  <a:pt x="50" y="65"/>
                  <a:pt x="58" y="58"/>
                </a:cubicBezTo>
                <a:cubicBezTo>
                  <a:pt x="63" y="53"/>
                  <a:pt x="67" y="48"/>
                  <a:pt x="72" y="44"/>
                </a:cubicBezTo>
                <a:cubicBezTo>
                  <a:pt x="85" y="31"/>
                  <a:pt x="99" y="19"/>
                  <a:pt x="115" y="10"/>
                </a:cubicBezTo>
                <a:cubicBezTo>
                  <a:pt x="123" y="6"/>
                  <a:pt x="131" y="2"/>
                  <a:pt x="140" y="0"/>
                </a:cubicBezTo>
                <a:cubicBezTo>
                  <a:pt x="142" y="0"/>
                  <a:pt x="144" y="0"/>
                  <a:pt x="146" y="0"/>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7" name="Freeform 55"/>
          <p:cNvSpPr/>
          <p:nvPr>
            <p:custDataLst>
              <p:tags r:id="rId8"/>
            </p:custDataLst>
          </p:nvPr>
        </p:nvSpPr>
        <p:spPr bwMode="auto">
          <a:xfrm>
            <a:off x="1407284" y="1710843"/>
            <a:ext cx="124118" cy="188636"/>
          </a:xfrm>
          <a:custGeom>
            <a:avLst/>
            <a:gdLst>
              <a:gd name="T0" fmla="*/ 126 w 140"/>
              <a:gd name="T1" fmla="*/ 0 h 246"/>
              <a:gd name="T2" fmla="*/ 138 w 140"/>
              <a:gd name="T3" fmla="*/ 14 h 246"/>
              <a:gd name="T4" fmla="*/ 129 w 140"/>
              <a:gd name="T5" fmla="*/ 30 h 246"/>
              <a:gd name="T6" fmla="*/ 99 w 140"/>
              <a:gd name="T7" fmla="*/ 62 h 246"/>
              <a:gd name="T8" fmla="*/ 77 w 140"/>
              <a:gd name="T9" fmla="*/ 81 h 246"/>
              <a:gd name="T10" fmla="*/ 42 w 140"/>
              <a:gd name="T11" fmla="*/ 105 h 246"/>
              <a:gd name="T12" fmla="*/ 19 w 140"/>
              <a:gd name="T13" fmla="*/ 117 h 246"/>
              <a:gd name="T14" fmla="*/ 18 w 140"/>
              <a:gd name="T15" fmla="*/ 118 h 246"/>
              <a:gd name="T16" fmla="*/ 19 w 140"/>
              <a:gd name="T17" fmla="*/ 119 h 246"/>
              <a:gd name="T18" fmla="*/ 43 w 140"/>
              <a:gd name="T19" fmla="*/ 133 h 246"/>
              <a:gd name="T20" fmla="*/ 56 w 140"/>
              <a:gd name="T21" fmla="*/ 146 h 246"/>
              <a:gd name="T22" fmla="*/ 90 w 140"/>
              <a:gd name="T23" fmla="*/ 179 h 246"/>
              <a:gd name="T24" fmla="*/ 111 w 140"/>
              <a:gd name="T25" fmla="*/ 198 h 246"/>
              <a:gd name="T26" fmla="*/ 132 w 140"/>
              <a:gd name="T27" fmla="*/ 226 h 246"/>
              <a:gd name="T28" fmla="*/ 135 w 140"/>
              <a:gd name="T29" fmla="*/ 236 h 246"/>
              <a:gd name="T30" fmla="*/ 126 w 140"/>
              <a:gd name="T31" fmla="*/ 245 h 246"/>
              <a:gd name="T32" fmla="*/ 111 w 140"/>
              <a:gd name="T33" fmla="*/ 241 h 246"/>
              <a:gd name="T34" fmla="*/ 79 w 140"/>
              <a:gd name="T35" fmla="*/ 222 h 246"/>
              <a:gd name="T36" fmla="*/ 61 w 140"/>
              <a:gd name="T37" fmla="*/ 205 h 246"/>
              <a:gd name="T38" fmla="*/ 44 w 140"/>
              <a:gd name="T39" fmla="*/ 186 h 246"/>
              <a:gd name="T40" fmla="*/ 23 w 140"/>
              <a:gd name="T41" fmla="*/ 159 h 246"/>
              <a:gd name="T42" fmla="*/ 11 w 140"/>
              <a:gd name="T43" fmla="*/ 139 h 246"/>
              <a:gd name="T44" fmla="*/ 2 w 140"/>
              <a:gd name="T45" fmla="*/ 124 h 246"/>
              <a:gd name="T46" fmla="*/ 4 w 140"/>
              <a:gd name="T47" fmla="*/ 115 h 246"/>
              <a:gd name="T48" fmla="*/ 16 w 140"/>
              <a:gd name="T49" fmla="*/ 104 h 246"/>
              <a:gd name="T50" fmla="*/ 58 w 140"/>
              <a:gd name="T51" fmla="*/ 54 h 246"/>
              <a:gd name="T52" fmla="*/ 89 w 140"/>
              <a:gd name="T53" fmla="*/ 21 h 246"/>
              <a:gd name="T54" fmla="*/ 101 w 140"/>
              <a:gd name="T55" fmla="*/ 11 h 246"/>
              <a:gd name="T56" fmla="*/ 123 w 140"/>
              <a:gd name="T57" fmla="*/ 0 h 246"/>
              <a:gd name="T58" fmla="*/ 126 w 140"/>
              <a:gd name="T59"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0" h="246">
                <a:moveTo>
                  <a:pt x="126" y="0"/>
                </a:moveTo>
                <a:cubicBezTo>
                  <a:pt x="134" y="0"/>
                  <a:pt x="140" y="6"/>
                  <a:pt x="138" y="14"/>
                </a:cubicBezTo>
                <a:cubicBezTo>
                  <a:pt x="136" y="20"/>
                  <a:pt x="133" y="26"/>
                  <a:pt x="129" y="30"/>
                </a:cubicBezTo>
                <a:cubicBezTo>
                  <a:pt x="121" y="42"/>
                  <a:pt x="110" y="53"/>
                  <a:pt x="99" y="62"/>
                </a:cubicBezTo>
                <a:cubicBezTo>
                  <a:pt x="92" y="69"/>
                  <a:pt x="85" y="75"/>
                  <a:pt x="77" y="81"/>
                </a:cubicBezTo>
                <a:cubicBezTo>
                  <a:pt x="65" y="90"/>
                  <a:pt x="54" y="97"/>
                  <a:pt x="42" y="105"/>
                </a:cubicBezTo>
                <a:cubicBezTo>
                  <a:pt x="35" y="110"/>
                  <a:pt x="27" y="113"/>
                  <a:pt x="19" y="117"/>
                </a:cubicBezTo>
                <a:cubicBezTo>
                  <a:pt x="18" y="117"/>
                  <a:pt x="18" y="117"/>
                  <a:pt x="18" y="118"/>
                </a:cubicBezTo>
                <a:cubicBezTo>
                  <a:pt x="18" y="118"/>
                  <a:pt x="18" y="119"/>
                  <a:pt x="19" y="119"/>
                </a:cubicBezTo>
                <a:cubicBezTo>
                  <a:pt x="27" y="123"/>
                  <a:pt x="35" y="127"/>
                  <a:pt x="43" y="133"/>
                </a:cubicBezTo>
                <a:cubicBezTo>
                  <a:pt x="47" y="137"/>
                  <a:pt x="52" y="141"/>
                  <a:pt x="56" y="146"/>
                </a:cubicBezTo>
                <a:cubicBezTo>
                  <a:pt x="67" y="158"/>
                  <a:pt x="78" y="169"/>
                  <a:pt x="90" y="179"/>
                </a:cubicBezTo>
                <a:cubicBezTo>
                  <a:pt x="98" y="185"/>
                  <a:pt x="105" y="191"/>
                  <a:pt x="111" y="198"/>
                </a:cubicBezTo>
                <a:cubicBezTo>
                  <a:pt x="120" y="206"/>
                  <a:pt x="127" y="215"/>
                  <a:pt x="132" y="226"/>
                </a:cubicBezTo>
                <a:cubicBezTo>
                  <a:pt x="133" y="229"/>
                  <a:pt x="134" y="232"/>
                  <a:pt x="135" y="236"/>
                </a:cubicBezTo>
                <a:cubicBezTo>
                  <a:pt x="136" y="241"/>
                  <a:pt x="132" y="246"/>
                  <a:pt x="126" y="245"/>
                </a:cubicBezTo>
                <a:cubicBezTo>
                  <a:pt x="121" y="244"/>
                  <a:pt x="116" y="243"/>
                  <a:pt x="111" y="241"/>
                </a:cubicBezTo>
                <a:cubicBezTo>
                  <a:pt x="99" y="237"/>
                  <a:pt x="89" y="230"/>
                  <a:pt x="79" y="222"/>
                </a:cubicBezTo>
                <a:cubicBezTo>
                  <a:pt x="73" y="217"/>
                  <a:pt x="66" y="211"/>
                  <a:pt x="61" y="205"/>
                </a:cubicBezTo>
                <a:cubicBezTo>
                  <a:pt x="55" y="199"/>
                  <a:pt x="49" y="193"/>
                  <a:pt x="44" y="186"/>
                </a:cubicBezTo>
                <a:cubicBezTo>
                  <a:pt x="37" y="177"/>
                  <a:pt x="30" y="168"/>
                  <a:pt x="23" y="159"/>
                </a:cubicBezTo>
                <a:cubicBezTo>
                  <a:pt x="18" y="153"/>
                  <a:pt x="15" y="146"/>
                  <a:pt x="11" y="139"/>
                </a:cubicBezTo>
                <a:cubicBezTo>
                  <a:pt x="8" y="134"/>
                  <a:pt x="5" y="129"/>
                  <a:pt x="2" y="124"/>
                </a:cubicBezTo>
                <a:cubicBezTo>
                  <a:pt x="0" y="120"/>
                  <a:pt x="0" y="118"/>
                  <a:pt x="4" y="115"/>
                </a:cubicBezTo>
                <a:cubicBezTo>
                  <a:pt x="8" y="111"/>
                  <a:pt x="12" y="107"/>
                  <a:pt x="16" y="104"/>
                </a:cubicBezTo>
                <a:cubicBezTo>
                  <a:pt x="31" y="89"/>
                  <a:pt x="45" y="72"/>
                  <a:pt x="58" y="54"/>
                </a:cubicBezTo>
                <a:cubicBezTo>
                  <a:pt x="67" y="42"/>
                  <a:pt x="77" y="31"/>
                  <a:pt x="89" y="21"/>
                </a:cubicBezTo>
                <a:cubicBezTo>
                  <a:pt x="93" y="18"/>
                  <a:pt x="96" y="14"/>
                  <a:pt x="101" y="11"/>
                </a:cubicBezTo>
                <a:cubicBezTo>
                  <a:pt x="107" y="6"/>
                  <a:pt x="114" y="1"/>
                  <a:pt x="123" y="0"/>
                </a:cubicBezTo>
                <a:cubicBezTo>
                  <a:pt x="124" y="0"/>
                  <a:pt x="125" y="0"/>
                  <a:pt x="126" y="0"/>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8" name="Freeform 56"/>
          <p:cNvSpPr/>
          <p:nvPr>
            <p:custDataLst>
              <p:tags r:id="rId9"/>
            </p:custDataLst>
          </p:nvPr>
        </p:nvSpPr>
        <p:spPr bwMode="auto">
          <a:xfrm>
            <a:off x="1591602" y="1693810"/>
            <a:ext cx="135266" cy="165820"/>
          </a:xfrm>
          <a:custGeom>
            <a:avLst/>
            <a:gdLst>
              <a:gd name="T0" fmla="*/ 20 w 153"/>
              <a:gd name="T1" fmla="*/ 139 h 216"/>
              <a:gd name="T2" fmla="*/ 29 w 153"/>
              <a:gd name="T3" fmla="*/ 140 h 216"/>
              <a:gd name="T4" fmla="*/ 62 w 153"/>
              <a:gd name="T5" fmla="*/ 149 h 216"/>
              <a:gd name="T6" fmla="*/ 97 w 153"/>
              <a:gd name="T7" fmla="*/ 163 h 216"/>
              <a:gd name="T8" fmla="*/ 130 w 153"/>
              <a:gd name="T9" fmla="*/ 180 h 216"/>
              <a:gd name="T10" fmla="*/ 150 w 153"/>
              <a:gd name="T11" fmla="*/ 203 h 216"/>
              <a:gd name="T12" fmla="*/ 143 w 153"/>
              <a:gd name="T13" fmla="*/ 215 h 216"/>
              <a:gd name="T14" fmla="*/ 134 w 153"/>
              <a:gd name="T15" fmla="*/ 215 h 216"/>
              <a:gd name="T16" fmla="*/ 95 w 153"/>
              <a:gd name="T17" fmla="*/ 205 h 216"/>
              <a:gd name="T18" fmla="*/ 32 w 153"/>
              <a:gd name="T19" fmla="*/ 169 h 216"/>
              <a:gd name="T20" fmla="*/ 24 w 153"/>
              <a:gd name="T21" fmla="*/ 162 h 216"/>
              <a:gd name="T22" fmla="*/ 9 w 153"/>
              <a:gd name="T23" fmla="*/ 149 h 216"/>
              <a:gd name="T24" fmla="*/ 3 w 153"/>
              <a:gd name="T25" fmla="*/ 144 h 216"/>
              <a:gd name="T26" fmla="*/ 3 w 153"/>
              <a:gd name="T27" fmla="*/ 137 h 216"/>
              <a:gd name="T28" fmla="*/ 14 w 153"/>
              <a:gd name="T29" fmla="*/ 124 h 216"/>
              <a:gd name="T30" fmla="*/ 41 w 153"/>
              <a:gd name="T31" fmla="*/ 74 h 216"/>
              <a:gd name="T32" fmla="*/ 57 w 153"/>
              <a:gd name="T33" fmla="*/ 54 h 216"/>
              <a:gd name="T34" fmla="*/ 88 w 153"/>
              <a:gd name="T35" fmla="*/ 22 h 216"/>
              <a:gd name="T36" fmla="*/ 110 w 153"/>
              <a:gd name="T37" fmla="*/ 5 h 216"/>
              <a:gd name="T38" fmla="*/ 116 w 153"/>
              <a:gd name="T39" fmla="*/ 2 h 216"/>
              <a:gd name="T40" fmla="*/ 123 w 153"/>
              <a:gd name="T41" fmla="*/ 6 h 216"/>
              <a:gd name="T42" fmla="*/ 123 w 153"/>
              <a:gd name="T43" fmla="*/ 14 h 216"/>
              <a:gd name="T44" fmla="*/ 115 w 153"/>
              <a:gd name="T45" fmla="*/ 38 h 216"/>
              <a:gd name="T46" fmla="*/ 96 w 153"/>
              <a:gd name="T47" fmla="*/ 69 h 216"/>
              <a:gd name="T48" fmla="*/ 68 w 153"/>
              <a:gd name="T49" fmla="*/ 101 h 216"/>
              <a:gd name="T50" fmla="*/ 54 w 153"/>
              <a:gd name="T51" fmla="*/ 115 h 216"/>
              <a:gd name="T52" fmla="*/ 22 w 153"/>
              <a:gd name="T53" fmla="*/ 137 h 216"/>
              <a:gd name="T54" fmla="*/ 21 w 153"/>
              <a:gd name="T55" fmla="*/ 138 h 216"/>
              <a:gd name="T56" fmla="*/ 20 w 153"/>
              <a:gd name="T57" fmla="*/ 13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216">
                <a:moveTo>
                  <a:pt x="20" y="139"/>
                </a:moveTo>
                <a:cubicBezTo>
                  <a:pt x="23" y="140"/>
                  <a:pt x="26" y="140"/>
                  <a:pt x="29" y="140"/>
                </a:cubicBezTo>
                <a:cubicBezTo>
                  <a:pt x="40" y="142"/>
                  <a:pt x="51" y="145"/>
                  <a:pt x="62" y="149"/>
                </a:cubicBezTo>
                <a:cubicBezTo>
                  <a:pt x="74" y="154"/>
                  <a:pt x="85" y="158"/>
                  <a:pt x="97" y="163"/>
                </a:cubicBezTo>
                <a:cubicBezTo>
                  <a:pt x="109" y="167"/>
                  <a:pt x="120" y="172"/>
                  <a:pt x="130" y="180"/>
                </a:cubicBezTo>
                <a:cubicBezTo>
                  <a:pt x="138" y="187"/>
                  <a:pt x="145" y="194"/>
                  <a:pt x="150" y="203"/>
                </a:cubicBezTo>
                <a:cubicBezTo>
                  <a:pt x="153" y="210"/>
                  <a:pt x="151" y="214"/>
                  <a:pt x="143" y="215"/>
                </a:cubicBezTo>
                <a:cubicBezTo>
                  <a:pt x="140" y="216"/>
                  <a:pt x="137" y="216"/>
                  <a:pt x="134" y="215"/>
                </a:cubicBezTo>
                <a:cubicBezTo>
                  <a:pt x="120" y="214"/>
                  <a:pt x="107" y="210"/>
                  <a:pt x="95" y="205"/>
                </a:cubicBezTo>
                <a:cubicBezTo>
                  <a:pt x="72" y="196"/>
                  <a:pt x="51" y="184"/>
                  <a:pt x="32" y="169"/>
                </a:cubicBezTo>
                <a:cubicBezTo>
                  <a:pt x="29" y="167"/>
                  <a:pt x="27" y="164"/>
                  <a:pt x="24" y="162"/>
                </a:cubicBezTo>
                <a:cubicBezTo>
                  <a:pt x="19" y="158"/>
                  <a:pt x="14" y="153"/>
                  <a:pt x="9" y="149"/>
                </a:cubicBezTo>
                <a:cubicBezTo>
                  <a:pt x="7" y="147"/>
                  <a:pt x="5" y="145"/>
                  <a:pt x="3" y="144"/>
                </a:cubicBezTo>
                <a:cubicBezTo>
                  <a:pt x="0" y="143"/>
                  <a:pt x="0" y="139"/>
                  <a:pt x="3" y="137"/>
                </a:cubicBezTo>
                <a:cubicBezTo>
                  <a:pt x="9" y="135"/>
                  <a:pt x="12" y="130"/>
                  <a:pt x="14" y="124"/>
                </a:cubicBezTo>
                <a:cubicBezTo>
                  <a:pt x="20" y="106"/>
                  <a:pt x="29" y="89"/>
                  <a:pt x="41" y="74"/>
                </a:cubicBezTo>
                <a:cubicBezTo>
                  <a:pt x="47" y="67"/>
                  <a:pt x="51" y="60"/>
                  <a:pt x="57" y="54"/>
                </a:cubicBezTo>
                <a:cubicBezTo>
                  <a:pt x="66" y="43"/>
                  <a:pt x="76" y="32"/>
                  <a:pt x="88" y="22"/>
                </a:cubicBezTo>
                <a:cubicBezTo>
                  <a:pt x="95" y="16"/>
                  <a:pt x="102" y="10"/>
                  <a:pt x="110" y="5"/>
                </a:cubicBezTo>
                <a:cubicBezTo>
                  <a:pt x="112" y="4"/>
                  <a:pt x="114" y="3"/>
                  <a:pt x="116" y="2"/>
                </a:cubicBezTo>
                <a:cubicBezTo>
                  <a:pt x="120" y="0"/>
                  <a:pt x="123" y="2"/>
                  <a:pt x="123" y="6"/>
                </a:cubicBezTo>
                <a:cubicBezTo>
                  <a:pt x="124" y="9"/>
                  <a:pt x="123" y="12"/>
                  <a:pt x="123" y="14"/>
                </a:cubicBezTo>
                <a:cubicBezTo>
                  <a:pt x="121" y="22"/>
                  <a:pt x="118" y="30"/>
                  <a:pt x="115" y="38"/>
                </a:cubicBezTo>
                <a:cubicBezTo>
                  <a:pt x="109" y="49"/>
                  <a:pt x="104" y="59"/>
                  <a:pt x="96" y="69"/>
                </a:cubicBezTo>
                <a:cubicBezTo>
                  <a:pt x="87" y="80"/>
                  <a:pt x="78" y="91"/>
                  <a:pt x="68" y="101"/>
                </a:cubicBezTo>
                <a:cubicBezTo>
                  <a:pt x="63" y="106"/>
                  <a:pt x="59" y="110"/>
                  <a:pt x="54" y="115"/>
                </a:cubicBezTo>
                <a:cubicBezTo>
                  <a:pt x="45" y="124"/>
                  <a:pt x="34" y="131"/>
                  <a:pt x="22" y="137"/>
                </a:cubicBezTo>
                <a:cubicBezTo>
                  <a:pt x="22" y="138"/>
                  <a:pt x="21" y="138"/>
                  <a:pt x="21" y="138"/>
                </a:cubicBezTo>
                <a:cubicBezTo>
                  <a:pt x="21" y="138"/>
                  <a:pt x="21" y="139"/>
                  <a:pt x="20" y="139"/>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9" name="Freeform 57"/>
          <p:cNvSpPr/>
          <p:nvPr>
            <p:custDataLst>
              <p:tags r:id="rId10"/>
            </p:custDataLst>
          </p:nvPr>
        </p:nvSpPr>
        <p:spPr bwMode="auto">
          <a:xfrm>
            <a:off x="1685247" y="1687062"/>
            <a:ext cx="141583" cy="141075"/>
          </a:xfrm>
          <a:custGeom>
            <a:avLst/>
            <a:gdLst>
              <a:gd name="T0" fmla="*/ 25 w 160"/>
              <a:gd name="T1" fmla="*/ 123 h 184"/>
              <a:gd name="T2" fmla="*/ 28 w 160"/>
              <a:gd name="T3" fmla="*/ 123 h 184"/>
              <a:gd name="T4" fmla="*/ 61 w 160"/>
              <a:gd name="T5" fmla="*/ 123 h 184"/>
              <a:gd name="T6" fmla="*/ 99 w 160"/>
              <a:gd name="T7" fmla="*/ 131 h 184"/>
              <a:gd name="T8" fmla="*/ 145 w 160"/>
              <a:gd name="T9" fmla="*/ 159 h 184"/>
              <a:gd name="T10" fmla="*/ 156 w 160"/>
              <a:gd name="T11" fmla="*/ 169 h 184"/>
              <a:gd name="T12" fmla="*/ 154 w 160"/>
              <a:gd name="T13" fmla="*/ 179 h 184"/>
              <a:gd name="T14" fmla="*/ 151 w 160"/>
              <a:gd name="T15" fmla="*/ 180 h 184"/>
              <a:gd name="T16" fmla="*/ 120 w 160"/>
              <a:gd name="T17" fmla="*/ 182 h 184"/>
              <a:gd name="T18" fmla="*/ 92 w 160"/>
              <a:gd name="T19" fmla="*/ 173 h 184"/>
              <a:gd name="T20" fmla="*/ 53 w 160"/>
              <a:gd name="T21" fmla="*/ 154 h 184"/>
              <a:gd name="T22" fmla="*/ 38 w 160"/>
              <a:gd name="T23" fmla="*/ 145 h 184"/>
              <a:gd name="T24" fmla="*/ 9 w 160"/>
              <a:gd name="T25" fmla="*/ 133 h 184"/>
              <a:gd name="T26" fmla="*/ 4 w 160"/>
              <a:gd name="T27" fmla="*/ 132 h 184"/>
              <a:gd name="T28" fmla="*/ 2 w 160"/>
              <a:gd name="T29" fmla="*/ 126 h 184"/>
              <a:gd name="T30" fmla="*/ 7 w 160"/>
              <a:gd name="T31" fmla="*/ 118 h 184"/>
              <a:gd name="T32" fmla="*/ 16 w 160"/>
              <a:gd name="T33" fmla="*/ 105 h 184"/>
              <a:gd name="T34" fmla="*/ 36 w 160"/>
              <a:gd name="T35" fmla="*/ 60 h 184"/>
              <a:gd name="T36" fmla="*/ 51 w 160"/>
              <a:gd name="T37" fmla="*/ 33 h 184"/>
              <a:gd name="T38" fmla="*/ 85 w 160"/>
              <a:gd name="T39" fmla="*/ 4 h 184"/>
              <a:gd name="T40" fmla="*/ 94 w 160"/>
              <a:gd name="T41" fmla="*/ 1 h 184"/>
              <a:gd name="T42" fmla="*/ 102 w 160"/>
              <a:gd name="T43" fmla="*/ 8 h 184"/>
              <a:gd name="T44" fmla="*/ 98 w 160"/>
              <a:gd name="T45" fmla="*/ 20 h 184"/>
              <a:gd name="T46" fmla="*/ 83 w 160"/>
              <a:gd name="T47" fmla="*/ 49 h 184"/>
              <a:gd name="T48" fmla="*/ 73 w 160"/>
              <a:gd name="T49" fmla="*/ 66 h 184"/>
              <a:gd name="T50" fmla="*/ 51 w 160"/>
              <a:gd name="T51" fmla="*/ 95 h 184"/>
              <a:gd name="T52" fmla="*/ 38 w 160"/>
              <a:gd name="T53" fmla="*/ 111 h 184"/>
              <a:gd name="T54" fmla="*/ 28 w 160"/>
              <a:gd name="T55" fmla="*/ 119 h 184"/>
              <a:gd name="T56" fmla="*/ 24 w 160"/>
              <a:gd name="T57" fmla="*/ 122 h 184"/>
              <a:gd name="T58" fmla="*/ 25 w 160"/>
              <a:gd name="T59" fmla="*/ 12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84">
                <a:moveTo>
                  <a:pt x="25" y="123"/>
                </a:moveTo>
                <a:cubicBezTo>
                  <a:pt x="26" y="123"/>
                  <a:pt x="27" y="123"/>
                  <a:pt x="28" y="123"/>
                </a:cubicBezTo>
                <a:cubicBezTo>
                  <a:pt x="39" y="123"/>
                  <a:pt x="50" y="122"/>
                  <a:pt x="61" y="123"/>
                </a:cubicBezTo>
                <a:cubicBezTo>
                  <a:pt x="74" y="123"/>
                  <a:pt x="87" y="126"/>
                  <a:pt x="99" y="131"/>
                </a:cubicBezTo>
                <a:cubicBezTo>
                  <a:pt x="116" y="137"/>
                  <a:pt x="131" y="147"/>
                  <a:pt x="145" y="159"/>
                </a:cubicBezTo>
                <a:cubicBezTo>
                  <a:pt x="148" y="162"/>
                  <a:pt x="152" y="165"/>
                  <a:pt x="156" y="169"/>
                </a:cubicBezTo>
                <a:cubicBezTo>
                  <a:pt x="160" y="172"/>
                  <a:pt x="159" y="176"/>
                  <a:pt x="154" y="179"/>
                </a:cubicBezTo>
                <a:cubicBezTo>
                  <a:pt x="153" y="179"/>
                  <a:pt x="152" y="179"/>
                  <a:pt x="151" y="180"/>
                </a:cubicBezTo>
                <a:cubicBezTo>
                  <a:pt x="141" y="183"/>
                  <a:pt x="131" y="184"/>
                  <a:pt x="120" y="182"/>
                </a:cubicBezTo>
                <a:cubicBezTo>
                  <a:pt x="110" y="180"/>
                  <a:pt x="101" y="177"/>
                  <a:pt x="92" y="173"/>
                </a:cubicBezTo>
                <a:cubicBezTo>
                  <a:pt x="79" y="166"/>
                  <a:pt x="66" y="160"/>
                  <a:pt x="53" y="154"/>
                </a:cubicBezTo>
                <a:cubicBezTo>
                  <a:pt x="48" y="151"/>
                  <a:pt x="43" y="148"/>
                  <a:pt x="38" y="145"/>
                </a:cubicBezTo>
                <a:cubicBezTo>
                  <a:pt x="29" y="139"/>
                  <a:pt x="19" y="136"/>
                  <a:pt x="9" y="133"/>
                </a:cubicBezTo>
                <a:cubicBezTo>
                  <a:pt x="7" y="133"/>
                  <a:pt x="6" y="132"/>
                  <a:pt x="4" y="132"/>
                </a:cubicBezTo>
                <a:cubicBezTo>
                  <a:pt x="1" y="131"/>
                  <a:pt x="0" y="129"/>
                  <a:pt x="2" y="126"/>
                </a:cubicBezTo>
                <a:cubicBezTo>
                  <a:pt x="3" y="123"/>
                  <a:pt x="5" y="121"/>
                  <a:pt x="7" y="118"/>
                </a:cubicBezTo>
                <a:cubicBezTo>
                  <a:pt x="10" y="114"/>
                  <a:pt x="14" y="110"/>
                  <a:pt x="16" y="105"/>
                </a:cubicBezTo>
                <a:cubicBezTo>
                  <a:pt x="23" y="90"/>
                  <a:pt x="30" y="75"/>
                  <a:pt x="36" y="60"/>
                </a:cubicBezTo>
                <a:cubicBezTo>
                  <a:pt x="40" y="50"/>
                  <a:pt x="44" y="41"/>
                  <a:pt x="51" y="33"/>
                </a:cubicBezTo>
                <a:cubicBezTo>
                  <a:pt x="60" y="21"/>
                  <a:pt x="72" y="11"/>
                  <a:pt x="85" y="4"/>
                </a:cubicBezTo>
                <a:cubicBezTo>
                  <a:pt x="88" y="3"/>
                  <a:pt x="91" y="2"/>
                  <a:pt x="94" y="1"/>
                </a:cubicBezTo>
                <a:cubicBezTo>
                  <a:pt x="99" y="0"/>
                  <a:pt x="102" y="2"/>
                  <a:pt x="102" y="8"/>
                </a:cubicBezTo>
                <a:cubicBezTo>
                  <a:pt x="102" y="12"/>
                  <a:pt x="101" y="16"/>
                  <a:pt x="98" y="20"/>
                </a:cubicBezTo>
                <a:cubicBezTo>
                  <a:pt x="93" y="30"/>
                  <a:pt x="88" y="39"/>
                  <a:pt x="83" y="49"/>
                </a:cubicBezTo>
                <a:cubicBezTo>
                  <a:pt x="79" y="55"/>
                  <a:pt x="76" y="60"/>
                  <a:pt x="73" y="66"/>
                </a:cubicBezTo>
                <a:cubicBezTo>
                  <a:pt x="67" y="77"/>
                  <a:pt x="59" y="86"/>
                  <a:pt x="51" y="95"/>
                </a:cubicBezTo>
                <a:cubicBezTo>
                  <a:pt x="47" y="100"/>
                  <a:pt x="43" y="106"/>
                  <a:pt x="38" y="111"/>
                </a:cubicBezTo>
                <a:cubicBezTo>
                  <a:pt x="35" y="114"/>
                  <a:pt x="32" y="116"/>
                  <a:pt x="28" y="119"/>
                </a:cubicBezTo>
                <a:cubicBezTo>
                  <a:pt x="27" y="120"/>
                  <a:pt x="26" y="121"/>
                  <a:pt x="24" y="122"/>
                </a:cubicBezTo>
                <a:cubicBezTo>
                  <a:pt x="25" y="122"/>
                  <a:pt x="25" y="123"/>
                  <a:pt x="25" y="123"/>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0" name="Freeform 58"/>
          <p:cNvSpPr/>
          <p:nvPr>
            <p:custDataLst>
              <p:tags r:id="rId11"/>
            </p:custDataLst>
          </p:nvPr>
        </p:nvSpPr>
        <p:spPr bwMode="auto">
          <a:xfrm>
            <a:off x="1759571" y="1690918"/>
            <a:ext cx="106280" cy="70377"/>
          </a:xfrm>
          <a:custGeom>
            <a:avLst/>
            <a:gdLst>
              <a:gd name="T0" fmla="*/ 120 w 120"/>
              <a:gd name="T1" fmla="*/ 11 h 92"/>
              <a:gd name="T2" fmla="*/ 117 w 120"/>
              <a:gd name="T3" fmla="*/ 18 h 92"/>
              <a:gd name="T4" fmla="*/ 91 w 120"/>
              <a:gd name="T5" fmla="*/ 46 h 92"/>
              <a:gd name="T6" fmla="*/ 65 w 120"/>
              <a:gd name="T7" fmla="*/ 65 h 92"/>
              <a:gd name="T8" fmla="*/ 30 w 120"/>
              <a:gd name="T9" fmla="*/ 84 h 92"/>
              <a:gd name="T10" fmla="*/ 8 w 120"/>
              <a:gd name="T11" fmla="*/ 92 h 92"/>
              <a:gd name="T12" fmla="*/ 3 w 120"/>
              <a:gd name="T13" fmla="*/ 92 h 92"/>
              <a:gd name="T14" fmla="*/ 2 w 120"/>
              <a:gd name="T15" fmla="*/ 88 h 92"/>
              <a:gd name="T16" fmla="*/ 13 w 120"/>
              <a:gd name="T17" fmla="*/ 70 h 92"/>
              <a:gd name="T18" fmla="*/ 33 w 120"/>
              <a:gd name="T19" fmla="*/ 46 h 92"/>
              <a:gd name="T20" fmla="*/ 49 w 120"/>
              <a:gd name="T21" fmla="*/ 33 h 92"/>
              <a:gd name="T22" fmla="*/ 105 w 120"/>
              <a:gd name="T23" fmla="*/ 2 h 92"/>
              <a:gd name="T24" fmla="*/ 114 w 120"/>
              <a:gd name="T25" fmla="*/ 1 h 92"/>
              <a:gd name="T26" fmla="*/ 120 w 120"/>
              <a:gd name="T27" fmla="*/ 11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92">
                <a:moveTo>
                  <a:pt x="120" y="11"/>
                </a:moveTo>
                <a:cubicBezTo>
                  <a:pt x="119" y="12"/>
                  <a:pt x="119" y="16"/>
                  <a:pt x="117" y="18"/>
                </a:cubicBezTo>
                <a:cubicBezTo>
                  <a:pt x="110" y="29"/>
                  <a:pt x="101" y="39"/>
                  <a:pt x="91" y="46"/>
                </a:cubicBezTo>
                <a:cubicBezTo>
                  <a:pt x="82" y="53"/>
                  <a:pt x="74" y="59"/>
                  <a:pt x="65" y="65"/>
                </a:cubicBezTo>
                <a:cubicBezTo>
                  <a:pt x="54" y="73"/>
                  <a:pt x="43" y="79"/>
                  <a:pt x="30" y="84"/>
                </a:cubicBezTo>
                <a:cubicBezTo>
                  <a:pt x="23" y="87"/>
                  <a:pt x="15" y="89"/>
                  <a:pt x="8" y="92"/>
                </a:cubicBezTo>
                <a:cubicBezTo>
                  <a:pt x="6" y="92"/>
                  <a:pt x="5" y="92"/>
                  <a:pt x="3" y="92"/>
                </a:cubicBezTo>
                <a:cubicBezTo>
                  <a:pt x="1" y="92"/>
                  <a:pt x="0" y="90"/>
                  <a:pt x="2" y="88"/>
                </a:cubicBezTo>
                <a:cubicBezTo>
                  <a:pt x="6" y="82"/>
                  <a:pt x="9" y="75"/>
                  <a:pt x="13" y="70"/>
                </a:cubicBezTo>
                <a:cubicBezTo>
                  <a:pt x="19" y="61"/>
                  <a:pt x="25" y="53"/>
                  <a:pt x="33" y="46"/>
                </a:cubicBezTo>
                <a:cubicBezTo>
                  <a:pt x="38" y="41"/>
                  <a:pt x="44" y="37"/>
                  <a:pt x="49" y="33"/>
                </a:cubicBezTo>
                <a:cubicBezTo>
                  <a:pt x="66" y="19"/>
                  <a:pt x="85" y="9"/>
                  <a:pt x="105" y="2"/>
                </a:cubicBezTo>
                <a:cubicBezTo>
                  <a:pt x="108" y="1"/>
                  <a:pt x="111" y="0"/>
                  <a:pt x="114" y="1"/>
                </a:cubicBezTo>
                <a:cubicBezTo>
                  <a:pt x="118" y="2"/>
                  <a:pt x="120" y="5"/>
                  <a:pt x="120" y="11"/>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1" name="Freeform 59"/>
          <p:cNvSpPr/>
          <p:nvPr>
            <p:custDataLst>
              <p:tags r:id="rId12"/>
            </p:custDataLst>
          </p:nvPr>
        </p:nvSpPr>
        <p:spPr bwMode="auto">
          <a:xfrm>
            <a:off x="1383501" y="1746835"/>
            <a:ext cx="35303" cy="33099"/>
          </a:xfrm>
          <a:custGeom>
            <a:avLst/>
            <a:gdLst>
              <a:gd name="T0" fmla="*/ 0 w 40"/>
              <a:gd name="T1" fmla="*/ 19 h 43"/>
              <a:gd name="T2" fmla="*/ 5 w 40"/>
              <a:gd name="T3" fmla="*/ 10 h 43"/>
              <a:gd name="T4" fmla="*/ 12 w 40"/>
              <a:gd name="T5" fmla="*/ 4 h 43"/>
              <a:gd name="T6" fmla="*/ 31 w 40"/>
              <a:gd name="T7" fmla="*/ 7 h 43"/>
              <a:gd name="T8" fmla="*/ 35 w 40"/>
              <a:gd name="T9" fmla="*/ 30 h 43"/>
              <a:gd name="T10" fmla="*/ 6 w 40"/>
              <a:gd name="T11" fmla="*/ 35 h 43"/>
              <a:gd name="T12" fmla="*/ 1 w 40"/>
              <a:gd name="T13" fmla="*/ 29 h 43"/>
              <a:gd name="T14" fmla="*/ 0 w 40"/>
              <a:gd name="T15" fmla="*/ 26 h 43"/>
              <a:gd name="T16" fmla="*/ 0 w 40"/>
              <a:gd name="T17" fmla="*/ 1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3">
                <a:moveTo>
                  <a:pt x="0" y="19"/>
                </a:moveTo>
                <a:cubicBezTo>
                  <a:pt x="1" y="16"/>
                  <a:pt x="3" y="13"/>
                  <a:pt x="5" y="10"/>
                </a:cubicBezTo>
                <a:cubicBezTo>
                  <a:pt x="7" y="8"/>
                  <a:pt x="10" y="6"/>
                  <a:pt x="12" y="4"/>
                </a:cubicBezTo>
                <a:cubicBezTo>
                  <a:pt x="19" y="0"/>
                  <a:pt x="26" y="2"/>
                  <a:pt x="31" y="7"/>
                </a:cubicBezTo>
                <a:cubicBezTo>
                  <a:pt x="37" y="13"/>
                  <a:pt x="40" y="22"/>
                  <a:pt x="35" y="30"/>
                </a:cubicBezTo>
                <a:cubicBezTo>
                  <a:pt x="29" y="40"/>
                  <a:pt x="15" y="43"/>
                  <a:pt x="6" y="35"/>
                </a:cubicBezTo>
                <a:cubicBezTo>
                  <a:pt x="4" y="34"/>
                  <a:pt x="3" y="31"/>
                  <a:pt x="1" y="29"/>
                </a:cubicBezTo>
                <a:cubicBezTo>
                  <a:pt x="1" y="28"/>
                  <a:pt x="0" y="27"/>
                  <a:pt x="0" y="26"/>
                </a:cubicBezTo>
                <a:cubicBezTo>
                  <a:pt x="0" y="24"/>
                  <a:pt x="0" y="21"/>
                  <a:pt x="0" y="19"/>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2" name="Freeform 60"/>
          <p:cNvSpPr/>
          <p:nvPr>
            <p:custDataLst>
              <p:tags r:id="rId13"/>
            </p:custDataLst>
          </p:nvPr>
        </p:nvSpPr>
        <p:spPr bwMode="auto">
          <a:xfrm>
            <a:off x="1555927" y="1883411"/>
            <a:ext cx="18581" cy="17032"/>
          </a:xfrm>
          <a:custGeom>
            <a:avLst/>
            <a:gdLst>
              <a:gd name="T0" fmla="*/ 7 w 21"/>
              <a:gd name="T1" fmla="*/ 22 h 22"/>
              <a:gd name="T2" fmla="*/ 7 w 21"/>
              <a:gd name="T3" fmla="*/ 22 h 22"/>
              <a:gd name="T4" fmla="*/ 1 w 21"/>
              <a:gd name="T5" fmla="*/ 12 h 22"/>
              <a:gd name="T6" fmla="*/ 8 w 21"/>
              <a:gd name="T7" fmla="*/ 2 h 22"/>
              <a:gd name="T8" fmla="*/ 20 w 21"/>
              <a:gd name="T9" fmla="*/ 4 h 22"/>
              <a:gd name="T10" fmla="*/ 21 w 21"/>
              <a:gd name="T11" fmla="*/ 7 h 22"/>
              <a:gd name="T12" fmla="*/ 20 w 21"/>
              <a:gd name="T13" fmla="*/ 17 h 22"/>
              <a:gd name="T14" fmla="*/ 16 w 21"/>
              <a:gd name="T15" fmla="*/ 20 h 22"/>
              <a:gd name="T16" fmla="*/ 13 w 21"/>
              <a:gd name="T17" fmla="*/ 22 h 22"/>
              <a:gd name="T18" fmla="*/ 7 w 21"/>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2">
                <a:moveTo>
                  <a:pt x="7" y="22"/>
                </a:moveTo>
                <a:cubicBezTo>
                  <a:pt x="7" y="22"/>
                  <a:pt x="7" y="22"/>
                  <a:pt x="7" y="22"/>
                </a:cubicBezTo>
                <a:cubicBezTo>
                  <a:pt x="3" y="20"/>
                  <a:pt x="0" y="16"/>
                  <a:pt x="1" y="12"/>
                </a:cubicBezTo>
                <a:cubicBezTo>
                  <a:pt x="1" y="7"/>
                  <a:pt x="4" y="4"/>
                  <a:pt x="8" y="2"/>
                </a:cubicBezTo>
                <a:cubicBezTo>
                  <a:pt x="12" y="0"/>
                  <a:pt x="17" y="0"/>
                  <a:pt x="20" y="4"/>
                </a:cubicBezTo>
                <a:cubicBezTo>
                  <a:pt x="20" y="5"/>
                  <a:pt x="21" y="6"/>
                  <a:pt x="21" y="7"/>
                </a:cubicBezTo>
                <a:cubicBezTo>
                  <a:pt x="21" y="10"/>
                  <a:pt x="21" y="14"/>
                  <a:pt x="20" y="17"/>
                </a:cubicBezTo>
                <a:cubicBezTo>
                  <a:pt x="19" y="18"/>
                  <a:pt x="18" y="19"/>
                  <a:pt x="16" y="20"/>
                </a:cubicBezTo>
                <a:cubicBezTo>
                  <a:pt x="15" y="21"/>
                  <a:pt x="14" y="22"/>
                  <a:pt x="13" y="22"/>
                </a:cubicBezTo>
                <a:cubicBezTo>
                  <a:pt x="11" y="22"/>
                  <a:pt x="9" y="22"/>
                  <a:pt x="7" y="22"/>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3" name="Freeform 61"/>
          <p:cNvSpPr/>
          <p:nvPr>
            <p:custDataLst>
              <p:tags r:id="rId14"/>
            </p:custDataLst>
          </p:nvPr>
        </p:nvSpPr>
        <p:spPr bwMode="auto">
          <a:xfrm>
            <a:off x="1815311" y="1760652"/>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4" name="Freeform 62"/>
          <p:cNvSpPr/>
          <p:nvPr>
            <p:custDataLst>
              <p:tags r:id="rId15"/>
            </p:custDataLst>
          </p:nvPr>
        </p:nvSpPr>
        <p:spPr bwMode="auto">
          <a:xfrm>
            <a:off x="1744705" y="1838100"/>
            <a:ext cx="37161" cy="29243"/>
          </a:xfrm>
          <a:custGeom>
            <a:avLst/>
            <a:gdLst>
              <a:gd name="T0" fmla="*/ 42 w 42"/>
              <a:gd name="T1" fmla="*/ 16 h 38"/>
              <a:gd name="T2" fmla="*/ 20 w 42"/>
              <a:gd name="T3" fmla="*/ 37 h 38"/>
              <a:gd name="T4" fmla="*/ 3 w 42"/>
              <a:gd name="T5" fmla="*/ 13 h 38"/>
              <a:gd name="T6" fmla="*/ 10 w 42"/>
              <a:gd name="T7" fmla="*/ 5 h 38"/>
              <a:gd name="T8" fmla="*/ 28 w 42"/>
              <a:gd name="T9" fmla="*/ 1 h 38"/>
              <a:gd name="T10" fmla="*/ 41 w 42"/>
              <a:gd name="T11" fmla="*/ 10 h 38"/>
              <a:gd name="T12" fmla="*/ 42 w 42"/>
              <a:gd name="T13" fmla="*/ 16 h 38"/>
            </a:gdLst>
            <a:ahLst/>
            <a:cxnLst>
              <a:cxn ang="0">
                <a:pos x="T0" y="T1"/>
              </a:cxn>
              <a:cxn ang="0">
                <a:pos x="T2" y="T3"/>
              </a:cxn>
              <a:cxn ang="0">
                <a:pos x="T4" y="T5"/>
              </a:cxn>
              <a:cxn ang="0">
                <a:pos x="T6" y="T7"/>
              </a:cxn>
              <a:cxn ang="0">
                <a:pos x="T8" y="T9"/>
              </a:cxn>
              <a:cxn ang="0">
                <a:pos x="T10" y="T11"/>
              </a:cxn>
              <a:cxn ang="0">
                <a:pos x="T12" y="T13"/>
              </a:cxn>
            </a:cxnLst>
            <a:rect l="0" t="0" r="r" b="b"/>
            <a:pathLst>
              <a:path w="42" h="38">
                <a:moveTo>
                  <a:pt x="42" y="16"/>
                </a:moveTo>
                <a:cubicBezTo>
                  <a:pt x="42" y="25"/>
                  <a:pt x="32" y="38"/>
                  <a:pt x="20" y="37"/>
                </a:cubicBezTo>
                <a:cubicBezTo>
                  <a:pt x="9" y="36"/>
                  <a:pt x="0" y="25"/>
                  <a:pt x="3" y="13"/>
                </a:cubicBezTo>
                <a:cubicBezTo>
                  <a:pt x="4" y="10"/>
                  <a:pt x="7" y="7"/>
                  <a:pt x="10" y="5"/>
                </a:cubicBezTo>
                <a:cubicBezTo>
                  <a:pt x="15" y="2"/>
                  <a:pt x="21" y="0"/>
                  <a:pt x="28" y="1"/>
                </a:cubicBezTo>
                <a:cubicBezTo>
                  <a:pt x="33" y="1"/>
                  <a:pt x="38" y="4"/>
                  <a:pt x="41" y="10"/>
                </a:cubicBezTo>
                <a:cubicBezTo>
                  <a:pt x="41" y="11"/>
                  <a:pt x="42" y="14"/>
                  <a:pt x="42" y="1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5" name="Freeform 63"/>
          <p:cNvSpPr/>
          <p:nvPr>
            <p:custDataLst>
              <p:tags r:id="rId16"/>
            </p:custDataLst>
          </p:nvPr>
        </p:nvSpPr>
        <p:spPr bwMode="auto">
          <a:xfrm>
            <a:off x="1636566" y="1672280"/>
            <a:ext cx="30844" cy="26994"/>
          </a:xfrm>
          <a:custGeom>
            <a:avLst/>
            <a:gdLst>
              <a:gd name="T0" fmla="*/ 16 w 35"/>
              <a:gd name="T1" fmla="*/ 34 h 35"/>
              <a:gd name="T2" fmla="*/ 1 w 35"/>
              <a:gd name="T3" fmla="*/ 21 h 35"/>
              <a:gd name="T4" fmla="*/ 1 w 35"/>
              <a:gd name="T5" fmla="*/ 19 h 35"/>
              <a:gd name="T6" fmla="*/ 16 w 35"/>
              <a:gd name="T7" fmla="*/ 2 h 35"/>
              <a:gd name="T8" fmla="*/ 34 w 35"/>
              <a:gd name="T9" fmla="*/ 16 h 35"/>
              <a:gd name="T10" fmla="*/ 16 w 35"/>
              <a:gd name="T11" fmla="*/ 34 h 35"/>
            </a:gdLst>
            <a:ahLst/>
            <a:cxnLst>
              <a:cxn ang="0">
                <a:pos x="T0" y="T1"/>
              </a:cxn>
              <a:cxn ang="0">
                <a:pos x="T2" y="T3"/>
              </a:cxn>
              <a:cxn ang="0">
                <a:pos x="T4" y="T5"/>
              </a:cxn>
              <a:cxn ang="0">
                <a:pos x="T6" y="T7"/>
              </a:cxn>
              <a:cxn ang="0">
                <a:pos x="T8" y="T9"/>
              </a:cxn>
              <a:cxn ang="0">
                <a:pos x="T10" y="T11"/>
              </a:cxn>
            </a:cxnLst>
            <a:rect l="0" t="0" r="r" b="b"/>
            <a:pathLst>
              <a:path w="35" h="35">
                <a:moveTo>
                  <a:pt x="16" y="34"/>
                </a:moveTo>
                <a:cubicBezTo>
                  <a:pt x="7" y="35"/>
                  <a:pt x="2" y="29"/>
                  <a:pt x="1" y="21"/>
                </a:cubicBezTo>
                <a:cubicBezTo>
                  <a:pt x="1" y="21"/>
                  <a:pt x="0" y="20"/>
                  <a:pt x="1" y="19"/>
                </a:cubicBezTo>
                <a:cubicBezTo>
                  <a:pt x="1" y="11"/>
                  <a:pt x="8" y="3"/>
                  <a:pt x="16" y="2"/>
                </a:cubicBezTo>
                <a:cubicBezTo>
                  <a:pt x="24" y="0"/>
                  <a:pt x="33" y="7"/>
                  <a:pt x="34" y="16"/>
                </a:cubicBezTo>
                <a:cubicBezTo>
                  <a:pt x="35" y="26"/>
                  <a:pt x="26" y="34"/>
                  <a:pt x="16" y="3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6" name="Freeform 64"/>
          <p:cNvSpPr/>
          <p:nvPr>
            <p:custDataLst>
              <p:tags r:id="rId17"/>
            </p:custDataLst>
          </p:nvPr>
        </p:nvSpPr>
        <p:spPr bwMode="auto">
          <a:xfrm>
            <a:off x="1787813" y="1671637"/>
            <a:ext cx="19695" cy="14461"/>
          </a:xfrm>
          <a:custGeom>
            <a:avLst/>
            <a:gdLst>
              <a:gd name="T0" fmla="*/ 10 w 22"/>
              <a:gd name="T1" fmla="*/ 18 h 19"/>
              <a:gd name="T2" fmla="*/ 2 w 22"/>
              <a:gd name="T3" fmla="*/ 7 h 19"/>
              <a:gd name="T4" fmla="*/ 11 w 22"/>
              <a:gd name="T5" fmla="*/ 0 h 19"/>
              <a:gd name="T6" fmla="*/ 21 w 22"/>
              <a:gd name="T7" fmla="*/ 5 h 19"/>
              <a:gd name="T8" fmla="*/ 21 w 22"/>
              <a:gd name="T9" fmla="*/ 12 h 19"/>
              <a:gd name="T10" fmla="*/ 10 w 22"/>
              <a:gd name="T11" fmla="*/ 18 h 19"/>
            </a:gdLst>
            <a:ahLst/>
            <a:cxnLst>
              <a:cxn ang="0">
                <a:pos x="T0" y="T1"/>
              </a:cxn>
              <a:cxn ang="0">
                <a:pos x="T2" y="T3"/>
              </a:cxn>
              <a:cxn ang="0">
                <a:pos x="T4" y="T5"/>
              </a:cxn>
              <a:cxn ang="0">
                <a:pos x="T6" y="T7"/>
              </a:cxn>
              <a:cxn ang="0">
                <a:pos x="T8" y="T9"/>
              </a:cxn>
              <a:cxn ang="0">
                <a:pos x="T10" y="T11"/>
              </a:cxn>
            </a:cxnLst>
            <a:rect l="0" t="0" r="r" b="b"/>
            <a:pathLst>
              <a:path w="22" h="19">
                <a:moveTo>
                  <a:pt x="10" y="18"/>
                </a:moveTo>
                <a:cubicBezTo>
                  <a:pt x="3" y="19"/>
                  <a:pt x="0" y="11"/>
                  <a:pt x="2" y="7"/>
                </a:cubicBezTo>
                <a:cubicBezTo>
                  <a:pt x="3" y="3"/>
                  <a:pt x="7" y="0"/>
                  <a:pt x="11" y="0"/>
                </a:cubicBezTo>
                <a:cubicBezTo>
                  <a:pt x="15" y="0"/>
                  <a:pt x="19" y="1"/>
                  <a:pt x="21" y="5"/>
                </a:cubicBezTo>
                <a:cubicBezTo>
                  <a:pt x="22" y="7"/>
                  <a:pt x="22" y="10"/>
                  <a:pt x="21" y="12"/>
                </a:cubicBezTo>
                <a:cubicBezTo>
                  <a:pt x="19" y="16"/>
                  <a:pt x="15" y="19"/>
                  <a:pt x="10" y="1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7" name="Freeform 65"/>
          <p:cNvSpPr/>
          <p:nvPr>
            <p:custDataLst>
              <p:tags r:id="rId18"/>
            </p:custDataLst>
          </p:nvPr>
        </p:nvSpPr>
        <p:spPr bwMode="auto">
          <a:xfrm>
            <a:off x="1377184" y="1754547"/>
            <a:ext cx="395021" cy="55273"/>
          </a:xfrm>
          <a:custGeom>
            <a:avLst/>
            <a:gdLst>
              <a:gd name="T0" fmla="*/ 120 w 446"/>
              <a:gd name="T1" fmla="*/ 72 h 72"/>
              <a:gd name="T2" fmla="*/ 79 w 446"/>
              <a:gd name="T3" fmla="*/ 70 h 72"/>
              <a:gd name="T4" fmla="*/ 43 w 446"/>
              <a:gd name="T5" fmla="*/ 65 h 72"/>
              <a:gd name="T6" fmla="*/ 12 w 446"/>
              <a:gd name="T7" fmla="*/ 57 h 72"/>
              <a:gd name="T8" fmla="*/ 4 w 446"/>
              <a:gd name="T9" fmla="*/ 54 h 72"/>
              <a:gd name="T10" fmla="*/ 2 w 446"/>
              <a:gd name="T11" fmla="*/ 52 h 72"/>
              <a:gd name="T12" fmla="*/ 2 w 446"/>
              <a:gd name="T13" fmla="*/ 47 h 72"/>
              <a:gd name="T14" fmla="*/ 5 w 446"/>
              <a:gd name="T15" fmla="*/ 46 h 72"/>
              <a:gd name="T16" fmla="*/ 6 w 446"/>
              <a:gd name="T17" fmla="*/ 46 h 72"/>
              <a:gd name="T18" fmla="*/ 53 w 446"/>
              <a:gd name="T19" fmla="*/ 59 h 72"/>
              <a:gd name="T20" fmla="*/ 81 w 446"/>
              <a:gd name="T21" fmla="*/ 62 h 72"/>
              <a:gd name="T22" fmla="*/ 122 w 446"/>
              <a:gd name="T23" fmla="*/ 64 h 72"/>
              <a:gd name="T24" fmla="*/ 152 w 446"/>
              <a:gd name="T25" fmla="*/ 62 h 72"/>
              <a:gd name="T26" fmla="*/ 177 w 446"/>
              <a:gd name="T27" fmla="*/ 61 h 72"/>
              <a:gd name="T28" fmla="*/ 206 w 446"/>
              <a:gd name="T29" fmla="*/ 59 h 72"/>
              <a:gd name="T30" fmla="*/ 222 w 446"/>
              <a:gd name="T31" fmla="*/ 58 h 72"/>
              <a:gd name="T32" fmla="*/ 237 w 446"/>
              <a:gd name="T33" fmla="*/ 57 h 72"/>
              <a:gd name="T34" fmla="*/ 263 w 446"/>
              <a:gd name="T35" fmla="*/ 54 h 72"/>
              <a:gd name="T36" fmla="*/ 283 w 446"/>
              <a:gd name="T37" fmla="*/ 51 h 72"/>
              <a:gd name="T38" fmla="*/ 324 w 446"/>
              <a:gd name="T39" fmla="*/ 43 h 72"/>
              <a:gd name="T40" fmla="*/ 363 w 446"/>
              <a:gd name="T41" fmla="*/ 32 h 72"/>
              <a:gd name="T42" fmla="*/ 422 w 446"/>
              <a:gd name="T43" fmla="*/ 9 h 72"/>
              <a:gd name="T44" fmla="*/ 440 w 446"/>
              <a:gd name="T45" fmla="*/ 1 h 72"/>
              <a:gd name="T46" fmla="*/ 445 w 446"/>
              <a:gd name="T47" fmla="*/ 2 h 72"/>
              <a:gd name="T48" fmla="*/ 444 w 446"/>
              <a:gd name="T49" fmla="*/ 7 h 72"/>
              <a:gd name="T50" fmla="*/ 438 w 446"/>
              <a:gd name="T51" fmla="*/ 10 h 72"/>
              <a:gd name="T52" fmla="*/ 381 w 446"/>
              <a:gd name="T53" fmla="*/ 35 h 72"/>
              <a:gd name="T54" fmla="*/ 307 w 446"/>
              <a:gd name="T55" fmla="*/ 55 h 72"/>
              <a:gd name="T56" fmla="*/ 266 w 446"/>
              <a:gd name="T57" fmla="*/ 62 h 72"/>
              <a:gd name="T58" fmla="*/ 239 w 446"/>
              <a:gd name="T59" fmla="*/ 65 h 72"/>
              <a:gd name="T60" fmla="*/ 207 w 446"/>
              <a:gd name="T61" fmla="*/ 67 h 72"/>
              <a:gd name="T62" fmla="*/ 192 w 446"/>
              <a:gd name="T63" fmla="*/ 68 h 72"/>
              <a:gd name="T64" fmla="*/ 161 w 446"/>
              <a:gd name="T65" fmla="*/ 70 h 72"/>
              <a:gd name="T66" fmla="*/ 149 w 446"/>
              <a:gd name="T67" fmla="*/ 71 h 72"/>
              <a:gd name="T68" fmla="*/ 120 w 446"/>
              <a:gd name="T6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6" h="72">
                <a:moveTo>
                  <a:pt x="120" y="72"/>
                </a:moveTo>
                <a:cubicBezTo>
                  <a:pt x="109" y="72"/>
                  <a:pt x="94" y="72"/>
                  <a:pt x="79" y="70"/>
                </a:cubicBezTo>
                <a:cubicBezTo>
                  <a:pt x="67" y="69"/>
                  <a:pt x="55" y="68"/>
                  <a:pt x="43" y="65"/>
                </a:cubicBezTo>
                <a:cubicBezTo>
                  <a:pt x="33" y="63"/>
                  <a:pt x="22" y="60"/>
                  <a:pt x="12" y="57"/>
                </a:cubicBezTo>
                <a:cubicBezTo>
                  <a:pt x="9" y="56"/>
                  <a:pt x="7" y="55"/>
                  <a:pt x="4" y="54"/>
                </a:cubicBezTo>
                <a:cubicBezTo>
                  <a:pt x="3" y="53"/>
                  <a:pt x="2" y="53"/>
                  <a:pt x="2" y="52"/>
                </a:cubicBezTo>
                <a:cubicBezTo>
                  <a:pt x="1" y="50"/>
                  <a:pt x="0" y="49"/>
                  <a:pt x="2" y="47"/>
                </a:cubicBezTo>
                <a:cubicBezTo>
                  <a:pt x="3" y="46"/>
                  <a:pt x="4" y="46"/>
                  <a:pt x="5" y="46"/>
                </a:cubicBezTo>
                <a:cubicBezTo>
                  <a:pt x="6" y="46"/>
                  <a:pt x="6" y="46"/>
                  <a:pt x="6" y="46"/>
                </a:cubicBezTo>
                <a:cubicBezTo>
                  <a:pt x="21" y="53"/>
                  <a:pt x="37" y="56"/>
                  <a:pt x="53" y="59"/>
                </a:cubicBezTo>
                <a:cubicBezTo>
                  <a:pt x="62" y="61"/>
                  <a:pt x="71" y="61"/>
                  <a:pt x="81" y="62"/>
                </a:cubicBezTo>
                <a:cubicBezTo>
                  <a:pt x="94" y="64"/>
                  <a:pt x="108" y="64"/>
                  <a:pt x="122" y="64"/>
                </a:cubicBezTo>
                <a:cubicBezTo>
                  <a:pt x="132" y="64"/>
                  <a:pt x="142" y="63"/>
                  <a:pt x="152" y="62"/>
                </a:cubicBezTo>
                <a:cubicBezTo>
                  <a:pt x="160" y="62"/>
                  <a:pt x="169" y="61"/>
                  <a:pt x="177" y="61"/>
                </a:cubicBezTo>
                <a:cubicBezTo>
                  <a:pt x="187" y="60"/>
                  <a:pt x="196" y="59"/>
                  <a:pt x="206" y="59"/>
                </a:cubicBezTo>
                <a:cubicBezTo>
                  <a:pt x="211" y="58"/>
                  <a:pt x="217" y="58"/>
                  <a:pt x="222" y="58"/>
                </a:cubicBezTo>
                <a:cubicBezTo>
                  <a:pt x="227" y="58"/>
                  <a:pt x="232" y="57"/>
                  <a:pt x="237" y="57"/>
                </a:cubicBezTo>
                <a:cubicBezTo>
                  <a:pt x="246" y="56"/>
                  <a:pt x="255" y="55"/>
                  <a:pt x="263" y="54"/>
                </a:cubicBezTo>
                <a:cubicBezTo>
                  <a:pt x="270" y="53"/>
                  <a:pt x="277" y="52"/>
                  <a:pt x="283" y="51"/>
                </a:cubicBezTo>
                <a:cubicBezTo>
                  <a:pt x="297" y="48"/>
                  <a:pt x="311" y="46"/>
                  <a:pt x="324" y="43"/>
                </a:cubicBezTo>
                <a:cubicBezTo>
                  <a:pt x="337" y="40"/>
                  <a:pt x="350" y="36"/>
                  <a:pt x="363" y="32"/>
                </a:cubicBezTo>
                <a:cubicBezTo>
                  <a:pt x="383" y="26"/>
                  <a:pt x="403" y="19"/>
                  <a:pt x="422" y="9"/>
                </a:cubicBezTo>
                <a:cubicBezTo>
                  <a:pt x="428" y="7"/>
                  <a:pt x="434" y="4"/>
                  <a:pt x="440" y="1"/>
                </a:cubicBezTo>
                <a:cubicBezTo>
                  <a:pt x="442" y="0"/>
                  <a:pt x="444" y="1"/>
                  <a:pt x="445" y="2"/>
                </a:cubicBezTo>
                <a:cubicBezTo>
                  <a:pt x="446" y="4"/>
                  <a:pt x="446" y="5"/>
                  <a:pt x="444" y="7"/>
                </a:cubicBezTo>
                <a:cubicBezTo>
                  <a:pt x="442" y="8"/>
                  <a:pt x="440" y="10"/>
                  <a:pt x="438" y="10"/>
                </a:cubicBezTo>
                <a:cubicBezTo>
                  <a:pt x="420" y="20"/>
                  <a:pt x="401" y="28"/>
                  <a:pt x="381" y="35"/>
                </a:cubicBezTo>
                <a:cubicBezTo>
                  <a:pt x="357" y="43"/>
                  <a:pt x="332" y="50"/>
                  <a:pt x="307" y="55"/>
                </a:cubicBezTo>
                <a:cubicBezTo>
                  <a:pt x="293" y="58"/>
                  <a:pt x="280" y="60"/>
                  <a:pt x="266" y="62"/>
                </a:cubicBezTo>
                <a:cubicBezTo>
                  <a:pt x="257" y="63"/>
                  <a:pt x="248" y="64"/>
                  <a:pt x="239" y="65"/>
                </a:cubicBezTo>
                <a:cubicBezTo>
                  <a:pt x="228" y="66"/>
                  <a:pt x="218" y="66"/>
                  <a:pt x="207" y="67"/>
                </a:cubicBezTo>
                <a:cubicBezTo>
                  <a:pt x="202" y="68"/>
                  <a:pt x="197" y="68"/>
                  <a:pt x="192" y="68"/>
                </a:cubicBezTo>
                <a:cubicBezTo>
                  <a:pt x="182" y="69"/>
                  <a:pt x="172" y="70"/>
                  <a:pt x="161" y="70"/>
                </a:cubicBezTo>
                <a:cubicBezTo>
                  <a:pt x="157" y="71"/>
                  <a:pt x="153" y="71"/>
                  <a:pt x="149" y="71"/>
                </a:cubicBezTo>
                <a:cubicBezTo>
                  <a:pt x="141" y="71"/>
                  <a:pt x="132" y="72"/>
                  <a:pt x="120" y="72"/>
                </a:cubicBezTo>
                <a:close/>
              </a:path>
            </a:pathLst>
          </a:custGeom>
          <a:solidFill>
            <a:srgbClr val="3F25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0" name="Freeform 61"/>
          <p:cNvSpPr/>
          <p:nvPr>
            <p:custDataLst>
              <p:tags r:id="rId19"/>
            </p:custDataLst>
          </p:nvPr>
        </p:nvSpPr>
        <p:spPr bwMode="auto">
          <a:xfrm>
            <a:off x="1864853" y="1537991"/>
            <a:ext cx="27352"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1" name="Freeform 61"/>
          <p:cNvSpPr/>
          <p:nvPr>
            <p:custDataLst>
              <p:tags r:id="rId20"/>
            </p:custDataLst>
          </p:nvPr>
        </p:nvSpPr>
        <p:spPr bwMode="auto">
          <a:xfrm>
            <a:off x="1303128" y="1584989"/>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2" name="Freeform 61"/>
          <p:cNvSpPr/>
          <p:nvPr>
            <p:custDataLst>
              <p:tags r:id="rId21"/>
            </p:custDataLst>
          </p:nvPr>
        </p:nvSpPr>
        <p:spPr bwMode="auto">
          <a:xfrm>
            <a:off x="1830831" y="1455433"/>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3" name="Freeform 61"/>
          <p:cNvSpPr/>
          <p:nvPr>
            <p:custDataLst>
              <p:tags r:id="rId22"/>
            </p:custDataLst>
          </p:nvPr>
        </p:nvSpPr>
        <p:spPr bwMode="auto">
          <a:xfrm>
            <a:off x="1829517" y="1607311"/>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4" name="Freeform 61"/>
          <p:cNvSpPr/>
          <p:nvPr>
            <p:custDataLst>
              <p:tags r:id="rId23"/>
            </p:custDataLst>
          </p:nvPr>
        </p:nvSpPr>
        <p:spPr bwMode="auto">
          <a:xfrm>
            <a:off x="1357412" y="1655928"/>
            <a:ext cx="25398"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5" name="Freeform 61"/>
          <p:cNvSpPr/>
          <p:nvPr>
            <p:custDataLst>
              <p:tags r:id="rId24"/>
            </p:custDataLst>
          </p:nvPr>
        </p:nvSpPr>
        <p:spPr bwMode="auto">
          <a:xfrm>
            <a:off x="1303537" y="1504163"/>
            <a:ext cx="25398"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 name="文本框 16"/>
          <p:cNvSpPr txBox="1"/>
          <p:nvPr>
            <p:custDataLst>
              <p:tags r:id="rId25"/>
            </p:custDataLst>
          </p:nvPr>
        </p:nvSpPr>
        <p:spPr>
          <a:xfrm>
            <a:off x="7036364" y="1306379"/>
            <a:ext cx="3853114" cy="2017453"/>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lnSpc>
                <a:spcPct val="130000"/>
              </a:lnSpc>
              <a:buNone/>
            </a:pPr>
            <a:r>
              <a:rPr lang="zh-CN" altLang="en-US" sz="2000" spc="150" dirty="0">
                <a:solidFill>
                  <a:schemeClr val="dk1">
                    <a:lumMod val="75000"/>
                    <a:lumOff val="25000"/>
                  </a:schemeClr>
                </a:solidFill>
                <a:uFillTx/>
                <a:latin typeface="微软雅黑" panose="020B0503020204020204" charset="-122"/>
                <a:ea typeface="微软雅黑" panose="020B0503020204020204" charset="-122"/>
                <a:sym typeface="+mn-ea"/>
              </a:rPr>
              <a:t>Account Management: Update account information and view balances.</a:t>
            </a:r>
          </a:p>
        </p:txBody>
      </p:sp>
      <p:sp>
        <p:nvSpPr>
          <p:cNvPr id="4" name="文本框 3"/>
          <p:cNvSpPr txBox="1"/>
          <p:nvPr>
            <p:custDataLst>
              <p:tags r:id="rId26"/>
            </p:custDataLst>
          </p:nvPr>
        </p:nvSpPr>
        <p:spPr>
          <a:xfrm>
            <a:off x="6277651" y="1306379"/>
            <a:ext cx="588216" cy="445010"/>
          </a:xfrm>
          <a:prstGeom prst="rect">
            <a:avLst/>
          </a:prstGeom>
          <a:noFill/>
        </p:spPr>
        <p:txBody>
          <a:bodyPr wrap="square" rtlCol="0">
            <a:normAutofit fontScale="97500"/>
          </a:bodyPr>
          <a:lstStyle/>
          <a:p>
            <a:r>
              <a:rPr lang="en-US" altLang="zh-CN" sz="2400" b="1" dirty="0">
                <a:solidFill>
                  <a:schemeClr val="accent1">
                    <a:lumMod val="75000"/>
                  </a:schemeClr>
                </a:solidFill>
                <a:latin typeface="微软雅黑" panose="020B0503020204020204" charset="-122"/>
                <a:ea typeface="微软雅黑" panose="020B0503020204020204" charset="-122"/>
                <a:cs typeface="Arial" panose="020B0604020202020204" pitchFamily="34" charset="0"/>
              </a:rPr>
              <a:t>02</a:t>
            </a:r>
          </a:p>
        </p:txBody>
      </p:sp>
      <p:sp>
        <p:nvSpPr>
          <p:cNvPr id="5" name="Freeform 54"/>
          <p:cNvSpPr/>
          <p:nvPr>
            <p:custDataLst>
              <p:tags r:id="rId27"/>
            </p:custDataLst>
          </p:nvPr>
        </p:nvSpPr>
        <p:spPr bwMode="auto">
          <a:xfrm>
            <a:off x="6457868" y="1705379"/>
            <a:ext cx="144556" cy="174175"/>
          </a:xfrm>
          <a:custGeom>
            <a:avLst/>
            <a:gdLst>
              <a:gd name="T0" fmla="*/ 146 w 163"/>
              <a:gd name="T1" fmla="*/ 0 h 227"/>
              <a:gd name="T2" fmla="*/ 152 w 163"/>
              <a:gd name="T3" fmla="*/ 1 h 227"/>
              <a:gd name="T4" fmla="*/ 157 w 163"/>
              <a:gd name="T5" fmla="*/ 10 h 227"/>
              <a:gd name="T6" fmla="*/ 150 w 163"/>
              <a:gd name="T7" fmla="*/ 24 h 227"/>
              <a:gd name="T8" fmla="*/ 129 w 163"/>
              <a:gd name="T9" fmla="*/ 49 h 227"/>
              <a:gd name="T10" fmla="*/ 116 w 163"/>
              <a:gd name="T11" fmla="*/ 61 h 227"/>
              <a:gd name="T12" fmla="*/ 92 w 163"/>
              <a:gd name="T13" fmla="*/ 84 h 227"/>
              <a:gd name="T14" fmla="*/ 81 w 163"/>
              <a:gd name="T15" fmla="*/ 93 h 227"/>
              <a:gd name="T16" fmla="*/ 30 w 163"/>
              <a:gd name="T17" fmla="*/ 131 h 227"/>
              <a:gd name="T18" fmla="*/ 30 w 163"/>
              <a:gd name="T19" fmla="*/ 131 h 227"/>
              <a:gd name="T20" fmla="*/ 28 w 163"/>
              <a:gd name="T21" fmla="*/ 133 h 227"/>
              <a:gd name="T22" fmla="*/ 30 w 163"/>
              <a:gd name="T23" fmla="*/ 133 h 227"/>
              <a:gd name="T24" fmla="*/ 63 w 163"/>
              <a:gd name="T25" fmla="*/ 148 h 227"/>
              <a:gd name="T26" fmla="*/ 96 w 163"/>
              <a:gd name="T27" fmla="*/ 169 h 227"/>
              <a:gd name="T28" fmla="*/ 117 w 163"/>
              <a:gd name="T29" fmla="*/ 178 h 227"/>
              <a:gd name="T30" fmla="*/ 155 w 163"/>
              <a:gd name="T31" fmla="*/ 204 h 227"/>
              <a:gd name="T32" fmla="*/ 160 w 163"/>
              <a:gd name="T33" fmla="*/ 213 h 227"/>
              <a:gd name="T34" fmla="*/ 156 w 163"/>
              <a:gd name="T35" fmla="*/ 225 h 227"/>
              <a:gd name="T36" fmla="*/ 144 w 163"/>
              <a:gd name="T37" fmla="*/ 226 h 227"/>
              <a:gd name="T38" fmla="*/ 104 w 163"/>
              <a:gd name="T39" fmla="*/ 214 h 227"/>
              <a:gd name="T40" fmla="*/ 59 w 163"/>
              <a:gd name="T41" fmla="*/ 190 h 227"/>
              <a:gd name="T42" fmla="*/ 30 w 163"/>
              <a:gd name="T43" fmla="*/ 165 h 227"/>
              <a:gd name="T44" fmla="*/ 10 w 163"/>
              <a:gd name="T45" fmla="*/ 145 h 227"/>
              <a:gd name="T46" fmla="*/ 4 w 163"/>
              <a:gd name="T47" fmla="*/ 140 h 227"/>
              <a:gd name="T48" fmla="*/ 2 w 163"/>
              <a:gd name="T49" fmla="*/ 139 h 227"/>
              <a:gd name="T50" fmla="*/ 2 w 163"/>
              <a:gd name="T51" fmla="*/ 134 h 227"/>
              <a:gd name="T52" fmla="*/ 5 w 163"/>
              <a:gd name="T53" fmla="*/ 131 h 227"/>
              <a:gd name="T54" fmla="*/ 16 w 163"/>
              <a:gd name="T55" fmla="*/ 121 h 227"/>
              <a:gd name="T56" fmla="*/ 20 w 163"/>
              <a:gd name="T57" fmla="*/ 115 h 227"/>
              <a:gd name="T58" fmla="*/ 38 w 163"/>
              <a:gd name="T59" fmla="*/ 84 h 227"/>
              <a:gd name="T60" fmla="*/ 58 w 163"/>
              <a:gd name="T61" fmla="*/ 58 h 227"/>
              <a:gd name="T62" fmla="*/ 72 w 163"/>
              <a:gd name="T63" fmla="*/ 44 h 227"/>
              <a:gd name="T64" fmla="*/ 115 w 163"/>
              <a:gd name="T65" fmla="*/ 10 h 227"/>
              <a:gd name="T66" fmla="*/ 140 w 163"/>
              <a:gd name="T67" fmla="*/ 0 h 227"/>
              <a:gd name="T68" fmla="*/ 146 w 163"/>
              <a:gd name="T69"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 h="227">
                <a:moveTo>
                  <a:pt x="146" y="0"/>
                </a:moveTo>
                <a:cubicBezTo>
                  <a:pt x="148" y="0"/>
                  <a:pt x="150" y="0"/>
                  <a:pt x="152" y="1"/>
                </a:cubicBezTo>
                <a:cubicBezTo>
                  <a:pt x="157" y="2"/>
                  <a:pt x="158" y="5"/>
                  <a:pt x="157" y="10"/>
                </a:cubicBezTo>
                <a:cubicBezTo>
                  <a:pt x="156" y="15"/>
                  <a:pt x="153" y="20"/>
                  <a:pt x="150" y="24"/>
                </a:cubicBezTo>
                <a:cubicBezTo>
                  <a:pt x="144" y="33"/>
                  <a:pt x="137" y="41"/>
                  <a:pt x="129" y="49"/>
                </a:cubicBezTo>
                <a:cubicBezTo>
                  <a:pt x="125" y="53"/>
                  <a:pt x="121" y="57"/>
                  <a:pt x="116" y="61"/>
                </a:cubicBezTo>
                <a:cubicBezTo>
                  <a:pt x="108" y="69"/>
                  <a:pt x="100" y="76"/>
                  <a:pt x="92" y="84"/>
                </a:cubicBezTo>
                <a:cubicBezTo>
                  <a:pt x="88" y="87"/>
                  <a:pt x="85" y="90"/>
                  <a:pt x="81" y="93"/>
                </a:cubicBezTo>
                <a:cubicBezTo>
                  <a:pt x="66" y="108"/>
                  <a:pt x="49" y="121"/>
                  <a:pt x="30" y="131"/>
                </a:cubicBezTo>
                <a:cubicBezTo>
                  <a:pt x="30" y="131"/>
                  <a:pt x="30" y="131"/>
                  <a:pt x="30" y="131"/>
                </a:cubicBezTo>
                <a:cubicBezTo>
                  <a:pt x="29" y="132"/>
                  <a:pt x="29" y="132"/>
                  <a:pt x="28" y="133"/>
                </a:cubicBezTo>
                <a:cubicBezTo>
                  <a:pt x="29" y="133"/>
                  <a:pt x="29" y="133"/>
                  <a:pt x="30" y="133"/>
                </a:cubicBezTo>
                <a:cubicBezTo>
                  <a:pt x="42" y="135"/>
                  <a:pt x="53" y="141"/>
                  <a:pt x="63" y="148"/>
                </a:cubicBezTo>
                <a:cubicBezTo>
                  <a:pt x="73" y="156"/>
                  <a:pt x="84" y="163"/>
                  <a:pt x="96" y="169"/>
                </a:cubicBezTo>
                <a:cubicBezTo>
                  <a:pt x="103" y="172"/>
                  <a:pt x="110" y="175"/>
                  <a:pt x="117" y="178"/>
                </a:cubicBezTo>
                <a:cubicBezTo>
                  <a:pt x="131" y="185"/>
                  <a:pt x="144" y="193"/>
                  <a:pt x="155" y="204"/>
                </a:cubicBezTo>
                <a:cubicBezTo>
                  <a:pt x="157" y="207"/>
                  <a:pt x="159" y="210"/>
                  <a:pt x="160" y="213"/>
                </a:cubicBezTo>
                <a:cubicBezTo>
                  <a:pt x="163" y="218"/>
                  <a:pt x="161" y="223"/>
                  <a:pt x="156" y="225"/>
                </a:cubicBezTo>
                <a:cubicBezTo>
                  <a:pt x="152" y="226"/>
                  <a:pt x="148" y="227"/>
                  <a:pt x="144" y="226"/>
                </a:cubicBezTo>
                <a:cubicBezTo>
                  <a:pt x="130" y="225"/>
                  <a:pt x="116" y="220"/>
                  <a:pt x="104" y="214"/>
                </a:cubicBezTo>
                <a:cubicBezTo>
                  <a:pt x="89" y="206"/>
                  <a:pt x="74" y="198"/>
                  <a:pt x="59" y="190"/>
                </a:cubicBezTo>
                <a:cubicBezTo>
                  <a:pt x="47" y="184"/>
                  <a:pt x="38" y="175"/>
                  <a:pt x="30" y="165"/>
                </a:cubicBezTo>
                <a:cubicBezTo>
                  <a:pt x="23" y="158"/>
                  <a:pt x="17" y="151"/>
                  <a:pt x="10" y="145"/>
                </a:cubicBezTo>
                <a:cubicBezTo>
                  <a:pt x="9" y="143"/>
                  <a:pt x="6" y="142"/>
                  <a:pt x="4" y="140"/>
                </a:cubicBezTo>
                <a:cubicBezTo>
                  <a:pt x="3" y="140"/>
                  <a:pt x="2" y="139"/>
                  <a:pt x="2" y="139"/>
                </a:cubicBezTo>
                <a:cubicBezTo>
                  <a:pt x="0" y="137"/>
                  <a:pt x="0" y="136"/>
                  <a:pt x="2" y="134"/>
                </a:cubicBezTo>
                <a:cubicBezTo>
                  <a:pt x="3" y="133"/>
                  <a:pt x="4" y="132"/>
                  <a:pt x="5" y="131"/>
                </a:cubicBezTo>
                <a:cubicBezTo>
                  <a:pt x="9" y="128"/>
                  <a:pt x="13" y="125"/>
                  <a:pt x="16" y="121"/>
                </a:cubicBezTo>
                <a:cubicBezTo>
                  <a:pt x="18" y="120"/>
                  <a:pt x="19" y="118"/>
                  <a:pt x="20" y="115"/>
                </a:cubicBezTo>
                <a:cubicBezTo>
                  <a:pt x="26" y="105"/>
                  <a:pt x="31" y="94"/>
                  <a:pt x="38" y="84"/>
                </a:cubicBezTo>
                <a:cubicBezTo>
                  <a:pt x="44" y="74"/>
                  <a:pt x="50" y="65"/>
                  <a:pt x="58" y="58"/>
                </a:cubicBezTo>
                <a:cubicBezTo>
                  <a:pt x="63" y="53"/>
                  <a:pt x="67" y="48"/>
                  <a:pt x="72" y="44"/>
                </a:cubicBezTo>
                <a:cubicBezTo>
                  <a:pt x="85" y="31"/>
                  <a:pt x="99" y="19"/>
                  <a:pt x="115" y="10"/>
                </a:cubicBezTo>
                <a:cubicBezTo>
                  <a:pt x="123" y="6"/>
                  <a:pt x="131" y="2"/>
                  <a:pt x="140" y="0"/>
                </a:cubicBezTo>
                <a:cubicBezTo>
                  <a:pt x="142" y="0"/>
                  <a:pt x="144" y="0"/>
                  <a:pt x="146" y="0"/>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8" name="Freeform 55"/>
          <p:cNvSpPr/>
          <p:nvPr>
            <p:custDataLst>
              <p:tags r:id="rId28"/>
            </p:custDataLst>
          </p:nvPr>
        </p:nvSpPr>
        <p:spPr bwMode="auto">
          <a:xfrm>
            <a:off x="6380945" y="1710843"/>
            <a:ext cx="124118" cy="188636"/>
          </a:xfrm>
          <a:custGeom>
            <a:avLst/>
            <a:gdLst>
              <a:gd name="T0" fmla="*/ 126 w 140"/>
              <a:gd name="T1" fmla="*/ 0 h 246"/>
              <a:gd name="T2" fmla="*/ 138 w 140"/>
              <a:gd name="T3" fmla="*/ 14 h 246"/>
              <a:gd name="T4" fmla="*/ 129 w 140"/>
              <a:gd name="T5" fmla="*/ 30 h 246"/>
              <a:gd name="T6" fmla="*/ 99 w 140"/>
              <a:gd name="T7" fmla="*/ 62 h 246"/>
              <a:gd name="T8" fmla="*/ 77 w 140"/>
              <a:gd name="T9" fmla="*/ 81 h 246"/>
              <a:gd name="T10" fmla="*/ 42 w 140"/>
              <a:gd name="T11" fmla="*/ 105 h 246"/>
              <a:gd name="T12" fmla="*/ 19 w 140"/>
              <a:gd name="T13" fmla="*/ 117 h 246"/>
              <a:gd name="T14" fmla="*/ 18 w 140"/>
              <a:gd name="T15" fmla="*/ 118 h 246"/>
              <a:gd name="T16" fmla="*/ 19 w 140"/>
              <a:gd name="T17" fmla="*/ 119 h 246"/>
              <a:gd name="T18" fmla="*/ 43 w 140"/>
              <a:gd name="T19" fmla="*/ 133 h 246"/>
              <a:gd name="T20" fmla="*/ 56 w 140"/>
              <a:gd name="T21" fmla="*/ 146 h 246"/>
              <a:gd name="T22" fmla="*/ 90 w 140"/>
              <a:gd name="T23" fmla="*/ 179 h 246"/>
              <a:gd name="T24" fmla="*/ 111 w 140"/>
              <a:gd name="T25" fmla="*/ 198 h 246"/>
              <a:gd name="T26" fmla="*/ 132 w 140"/>
              <a:gd name="T27" fmla="*/ 226 h 246"/>
              <a:gd name="T28" fmla="*/ 135 w 140"/>
              <a:gd name="T29" fmla="*/ 236 h 246"/>
              <a:gd name="T30" fmla="*/ 126 w 140"/>
              <a:gd name="T31" fmla="*/ 245 h 246"/>
              <a:gd name="T32" fmla="*/ 111 w 140"/>
              <a:gd name="T33" fmla="*/ 241 h 246"/>
              <a:gd name="T34" fmla="*/ 79 w 140"/>
              <a:gd name="T35" fmla="*/ 222 h 246"/>
              <a:gd name="T36" fmla="*/ 61 w 140"/>
              <a:gd name="T37" fmla="*/ 205 h 246"/>
              <a:gd name="T38" fmla="*/ 44 w 140"/>
              <a:gd name="T39" fmla="*/ 186 h 246"/>
              <a:gd name="T40" fmla="*/ 23 w 140"/>
              <a:gd name="T41" fmla="*/ 159 h 246"/>
              <a:gd name="T42" fmla="*/ 11 w 140"/>
              <a:gd name="T43" fmla="*/ 139 h 246"/>
              <a:gd name="T44" fmla="*/ 2 w 140"/>
              <a:gd name="T45" fmla="*/ 124 h 246"/>
              <a:gd name="T46" fmla="*/ 4 w 140"/>
              <a:gd name="T47" fmla="*/ 115 h 246"/>
              <a:gd name="T48" fmla="*/ 16 w 140"/>
              <a:gd name="T49" fmla="*/ 104 h 246"/>
              <a:gd name="T50" fmla="*/ 58 w 140"/>
              <a:gd name="T51" fmla="*/ 54 h 246"/>
              <a:gd name="T52" fmla="*/ 89 w 140"/>
              <a:gd name="T53" fmla="*/ 21 h 246"/>
              <a:gd name="T54" fmla="*/ 101 w 140"/>
              <a:gd name="T55" fmla="*/ 11 h 246"/>
              <a:gd name="T56" fmla="*/ 123 w 140"/>
              <a:gd name="T57" fmla="*/ 0 h 246"/>
              <a:gd name="T58" fmla="*/ 126 w 140"/>
              <a:gd name="T59"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0" h="246">
                <a:moveTo>
                  <a:pt x="126" y="0"/>
                </a:moveTo>
                <a:cubicBezTo>
                  <a:pt x="134" y="0"/>
                  <a:pt x="140" y="6"/>
                  <a:pt x="138" y="14"/>
                </a:cubicBezTo>
                <a:cubicBezTo>
                  <a:pt x="136" y="20"/>
                  <a:pt x="133" y="26"/>
                  <a:pt x="129" y="30"/>
                </a:cubicBezTo>
                <a:cubicBezTo>
                  <a:pt x="121" y="42"/>
                  <a:pt x="110" y="53"/>
                  <a:pt x="99" y="62"/>
                </a:cubicBezTo>
                <a:cubicBezTo>
                  <a:pt x="92" y="69"/>
                  <a:pt x="85" y="75"/>
                  <a:pt x="77" y="81"/>
                </a:cubicBezTo>
                <a:cubicBezTo>
                  <a:pt x="65" y="90"/>
                  <a:pt x="54" y="97"/>
                  <a:pt x="42" y="105"/>
                </a:cubicBezTo>
                <a:cubicBezTo>
                  <a:pt x="35" y="110"/>
                  <a:pt x="27" y="113"/>
                  <a:pt x="19" y="117"/>
                </a:cubicBezTo>
                <a:cubicBezTo>
                  <a:pt x="18" y="117"/>
                  <a:pt x="18" y="117"/>
                  <a:pt x="18" y="118"/>
                </a:cubicBezTo>
                <a:cubicBezTo>
                  <a:pt x="18" y="118"/>
                  <a:pt x="18" y="119"/>
                  <a:pt x="19" y="119"/>
                </a:cubicBezTo>
                <a:cubicBezTo>
                  <a:pt x="27" y="123"/>
                  <a:pt x="35" y="127"/>
                  <a:pt x="43" y="133"/>
                </a:cubicBezTo>
                <a:cubicBezTo>
                  <a:pt x="47" y="137"/>
                  <a:pt x="52" y="141"/>
                  <a:pt x="56" y="146"/>
                </a:cubicBezTo>
                <a:cubicBezTo>
                  <a:pt x="67" y="158"/>
                  <a:pt x="78" y="169"/>
                  <a:pt x="90" y="179"/>
                </a:cubicBezTo>
                <a:cubicBezTo>
                  <a:pt x="98" y="185"/>
                  <a:pt x="105" y="191"/>
                  <a:pt x="111" y="198"/>
                </a:cubicBezTo>
                <a:cubicBezTo>
                  <a:pt x="120" y="206"/>
                  <a:pt x="127" y="215"/>
                  <a:pt x="132" y="226"/>
                </a:cubicBezTo>
                <a:cubicBezTo>
                  <a:pt x="133" y="229"/>
                  <a:pt x="134" y="232"/>
                  <a:pt x="135" y="236"/>
                </a:cubicBezTo>
                <a:cubicBezTo>
                  <a:pt x="136" y="241"/>
                  <a:pt x="132" y="246"/>
                  <a:pt x="126" y="245"/>
                </a:cubicBezTo>
                <a:cubicBezTo>
                  <a:pt x="121" y="244"/>
                  <a:pt x="116" y="243"/>
                  <a:pt x="111" y="241"/>
                </a:cubicBezTo>
                <a:cubicBezTo>
                  <a:pt x="99" y="237"/>
                  <a:pt x="89" y="230"/>
                  <a:pt x="79" y="222"/>
                </a:cubicBezTo>
                <a:cubicBezTo>
                  <a:pt x="73" y="217"/>
                  <a:pt x="66" y="211"/>
                  <a:pt x="61" y="205"/>
                </a:cubicBezTo>
                <a:cubicBezTo>
                  <a:pt x="55" y="199"/>
                  <a:pt x="49" y="193"/>
                  <a:pt x="44" y="186"/>
                </a:cubicBezTo>
                <a:cubicBezTo>
                  <a:pt x="37" y="177"/>
                  <a:pt x="30" y="168"/>
                  <a:pt x="23" y="159"/>
                </a:cubicBezTo>
                <a:cubicBezTo>
                  <a:pt x="18" y="153"/>
                  <a:pt x="15" y="146"/>
                  <a:pt x="11" y="139"/>
                </a:cubicBezTo>
                <a:cubicBezTo>
                  <a:pt x="8" y="134"/>
                  <a:pt x="5" y="129"/>
                  <a:pt x="2" y="124"/>
                </a:cubicBezTo>
                <a:cubicBezTo>
                  <a:pt x="0" y="120"/>
                  <a:pt x="0" y="118"/>
                  <a:pt x="4" y="115"/>
                </a:cubicBezTo>
                <a:cubicBezTo>
                  <a:pt x="8" y="111"/>
                  <a:pt x="12" y="107"/>
                  <a:pt x="16" y="104"/>
                </a:cubicBezTo>
                <a:cubicBezTo>
                  <a:pt x="31" y="89"/>
                  <a:pt x="45" y="72"/>
                  <a:pt x="58" y="54"/>
                </a:cubicBezTo>
                <a:cubicBezTo>
                  <a:pt x="67" y="42"/>
                  <a:pt x="77" y="31"/>
                  <a:pt x="89" y="21"/>
                </a:cubicBezTo>
                <a:cubicBezTo>
                  <a:pt x="93" y="18"/>
                  <a:pt x="96" y="14"/>
                  <a:pt x="101" y="11"/>
                </a:cubicBezTo>
                <a:cubicBezTo>
                  <a:pt x="107" y="6"/>
                  <a:pt x="114" y="1"/>
                  <a:pt x="123" y="0"/>
                </a:cubicBezTo>
                <a:cubicBezTo>
                  <a:pt x="124" y="0"/>
                  <a:pt x="125" y="0"/>
                  <a:pt x="126" y="0"/>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9" name="Freeform 56"/>
          <p:cNvSpPr/>
          <p:nvPr>
            <p:custDataLst>
              <p:tags r:id="rId29"/>
            </p:custDataLst>
          </p:nvPr>
        </p:nvSpPr>
        <p:spPr bwMode="auto">
          <a:xfrm>
            <a:off x="6565263" y="1693810"/>
            <a:ext cx="135266" cy="165820"/>
          </a:xfrm>
          <a:custGeom>
            <a:avLst/>
            <a:gdLst>
              <a:gd name="T0" fmla="*/ 20 w 153"/>
              <a:gd name="T1" fmla="*/ 139 h 216"/>
              <a:gd name="T2" fmla="*/ 29 w 153"/>
              <a:gd name="T3" fmla="*/ 140 h 216"/>
              <a:gd name="T4" fmla="*/ 62 w 153"/>
              <a:gd name="T5" fmla="*/ 149 h 216"/>
              <a:gd name="T6" fmla="*/ 97 w 153"/>
              <a:gd name="T7" fmla="*/ 163 h 216"/>
              <a:gd name="T8" fmla="*/ 130 w 153"/>
              <a:gd name="T9" fmla="*/ 180 h 216"/>
              <a:gd name="T10" fmla="*/ 150 w 153"/>
              <a:gd name="T11" fmla="*/ 203 h 216"/>
              <a:gd name="T12" fmla="*/ 143 w 153"/>
              <a:gd name="T13" fmla="*/ 215 h 216"/>
              <a:gd name="T14" fmla="*/ 134 w 153"/>
              <a:gd name="T15" fmla="*/ 215 h 216"/>
              <a:gd name="T16" fmla="*/ 95 w 153"/>
              <a:gd name="T17" fmla="*/ 205 h 216"/>
              <a:gd name="T18" fmla="*/ 32 w 153"/>
              <a:gd name="T19" fmla="*/ 169 h 216"/>
              <a:gd name="T20" fmla="*/ 24 w 153"/>
              <a:gd name="T21" fmla="*/ 162 h 216"/>
              <a:gd name="T22" fmla="*/ 9 w 153"/>
              <a:gd name="T23" fmla="*/ 149 h 216"/>
              <a:gd name="T24" fmla="*/ 3 w 153"/>
              <a:gd name="T25" fmla="*/ 144 h 216"/>
              <a:gd name="T26" fmla="*/ 3 w 153"/>
              <a:gd name="T27" fmla="*/ 137 h 216"/>
              <a:gd name="T28" fmla="*/ 14 w 153"/>
              <a:gd name="T29" fmla="*/ 124 h 216"/>
              <a:gd name="T30" fmla="*/ 41 w 153"/>
              <a:gd name="T31" fmla="*/ 74 h 216"/>
              <a:gd name="T32" fmla="*/ 57 w 153"/>
              <a:gd name="T33" fmla="*/ 54 h 216"/>
              <a:gd name="T34" fmla="*/ 88 w 153"/>
              <a:gd name="T35" fmla="*/ 22 h 216"/>
              <a:gd name="T36" fmla="*/ 110 w 153"/>
              <a:gd name="T37" fmla="*/ 5 h 216"/>
              <a:gd name="T38" fmla="*/ 116 w 153"/>
              <a:gd name="T39" fmla="*/ 2 h 216"/>
              <a:gd name="T40" fmla="*/ 123 w 153"/>
              <a:gd name="T41" fmla="*/ 6 h 216"/>
              <a:gd name="T42" fmla="*/ 123 w 153"/>
              <a:gd name="T43" fmla="*/ 14 h 216"/>
              <a:gd name="T44" fmla="*/ 115 w 153"/>
              <a:gd name="T45" fmla="*/ 38 h 216"/>
              <a:gd name="T46" fmla="*/ 96 w 153"/>
              <a:gd name="T47" fmla="*/ 69 h 216"/>
              <a:gd name="T48" fmla="*/ 68 w 153"/>
              <a:gd name="T49" fmla="*/ 101 h 216"/>
              <a:gd name="T50" fmla="*/ 54 w 153"/>
              <a:gd name="T51" fmla="*/ 115 h 216"/>
              <a:gd name="T52" fmla="*/ 22 w 153"/>
              <a:gd name="T53" fmla="*/ 137 h 216"/>
              <a:gd name="T54" fmla="*/ 21 w 153"/>
              <a:gd name="T55" fmla="*/ 138 h 216"/>
              <a:gd name="T56" fmla="*/ 20 w 153"/>
              <a:gd name="T57" fmla="*/ 13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216">
                <a:moveTo>
                  <a:pt x="20" y="139"/>
                </a:moveTo>
                <a:cubicBezTo>
                  <a:pt x="23" y="140"/>
                  <a:pt x="26" y="140"/>
                  <a:pt x="29" y="140"/>
                </a:cubicBezTo>
                <a:cubicBezTo>
                  <a:pt x="40" y="142"/>
                  <a:pt x="51" y="145"/>
                  <a:pt x="62" y="149"/>
                </a:cubicBezTo>
                <a:cubicBezTo>
                  <a:pt x="74" y="154"/>
                  <a:pt x="85" y="158"/>
                  <a:pt x="97" y="163"/>
                </a:cubicBezTo>
                <a:cubicBezTo>
                  <a:pt x="109" y="167"/>
                  <a:pt x="120" y="172"/>
                  <a:pt x="130" y="180"/>
                </a:cubicBezTo>
                <a:cubicBezTo>
                  <a:pt x="138" y="187"/>
                  <a:pt x="145" y="194"/>
                  <a:pt x="150" y="203"/>
                </a:cubicBezTo>
                <a:cubicBezTo>
                  <a:pt x="153" y="210"/>
                  <a:pt x="151" y="214"/>
                  <a:pt x="143" y="215"/>
                </a:cubicBezTo>
                <a:cubicBezTo>
                  <a:pt x="140" y="216"/>
                  <a:pt x="137" y="216"/>
                  <a:pt x="134" y="215"/>
                </a:cubicBezTo>
                <a:cubicBezTo>
                  <a:pt x="120" y="214"/>
                  <a:pt x="107" y="210"/>
                  <a:pt x="95" y="205"/>
                </a:cubicBezTo>
                <a:cubicBezTo>
                  <a:pt x="72" y="196"/>
                  <a:pt x="51" y="184"/>
                  <a:pt x="32" y="169"/>
                </a:cubicBezTo>
                <a:cubicBezTo>
                  <a:pt x="29" y="167"/>
                  <a:pt x="27" y="164"/>
                  <a:pt x="24" y="162"/>
                </a:cubicBezTo>
                <a:cubicBezTo>
                  <a:pt x="19" y="158"/>
                  <a:pt x="14" y="153"/>
                  <a:pt x="9" y="149"/>
                </a:cubicBezTo>
                <a:cubicBezTo>
                  <a:pt x="7" y="147"/>
                  <a:pt x="5" y="145"/>
                  <a:pt x="3" y="144"/>
                </a:cubicBezTo>
                <a:cubicBezTo>
                  <a:pt x="0" y="143"/>
                  <a:pt x="0" y="139"/>
                  <a:pt x="3" y="137"/>
                </a:cubicBezTo>
                <a:cubicBezTo>
                  <a:pt x="9" y="135"/>
                  <a:pt x="12" y="130"/>
                  <a:pt x="14" y="124"/>
                </a:cubicBezTo>
                <a:cubicBezTo>
                  <a:pt x="20" y="106"/>
                  <a:pt x="29" y="89"/>
                  <a:pt x="41" y="74"/>
                </a:cubicBezTo>
                <a:cubicBezTo>
                  <a:pt x="47" y="67"/>
                  <a:pt x="51" y="60"/>
                  <a:pt x="57" y="54"/>
                </a:cubicBezTo>
                <a:cubicBezTo>
                  <a:pt x="66" y="43"/>
                  <a:pt x="76" y="32"/>
                  <a:pt x="88" y="22"/>
                </a:cubicBezTo>
                <a:cubicBezTo>
                  <a:pt x="95" y="16"/>
                  <a:pt x="102" y="10"/>
                  <a:pt x="110" y="5"/>
                </a:cubicBezTo>
                <a:cubicBezTo>
                  <a:pt x="112" y="4"/>
                  <a:pt x="114" y="3"/>
                  <a:pt x="116" y="2"/>
                </a:cubicBezTo>
                <a:cubicBezTo>
                  <a:pt x="120" y="0"/>
                  <a:pt x="123" y="2"/>
                  <a:pt x="123" y="6"/>
                </a:cubicBezTo>
                <a:cubicBezTo>
                  <a:pt x="124" y="9"/>
                  <a:pt x="123" y="12"/>
                  <a:pt x="123" y="14"/>
                </a:cubicBezTo>
                <a:cubicBezTo>
                  <a:pt x="121" y="22"/>
                  <a:pt x="118" y="30"/>
                  <a:pt x="115" y="38"/>
                </a:cubicBezTo>
                <a:cubicBezTo>
                  <a:pt x="109" y="49"/>
                  <a:pt x="104" y="59"/>
                  <a:pt x="96" y="69"/>
                </a:cubicBezTo>
                <a:cubicBezTo>
                  <a:pt x="87" y="80"/>
                  <a:pt x="78" y="91"/>
                  <a:pt x="68" y="101"/>
                </a:cubicBezTo>
                <a:cubicBezTo>
                  <a:pt x="63" y="106"/>
                  <a:pt x="59" y="110"/>
                  <a:pt x="54" y="115"/>
                </a:cubicBezTo>
                <a:cubicBezTo>
                  <a:pt x="45" y="124"/>
                  <a:pt x="34" y="131"/>
                  <a:pt x="22" y="137"/>
                </a:cubicBezTo>
                <a:cubicBezTo>
                  <a:pt x="22" y="138"/>
                  <a:pt x="21" y="138"/>
                  <a:pt x="21" y="138"/>
                </a:cubicBezTo>
                <a:cubicBezTo>
                  <a:pt x="21" y="138"/>
                  <a:pt x="21" y="139"/>
                  <a:pt x="20" y="139"/>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8" name="Freeform 57"/>
          <p:cNvSpPr/>
          <p:nvPr>
            <p:custDataLst>
              <p:tags r:id="rId30"/>
            </p:custDataLst>
          </p:nvPr>
        </p:nvSpPr>
        <p:spPr bwMode="auto">
          <a:xfrm>
            <a:off x="6658908" y="1687062"/>
            <a:ext cx="141583" cy="141075"/>
          </a:xfrm>
          <a:custGeom>
            <a:avLst/>
            <a:gdLst>
              <a:gd name="T0" fmla="*/ 25 w 160"/>
              <a:gd name="T1" fmla="*/ 123 h 184"/>
              <a:gd name="T2" fmla="*/ 28 w 160"/>
              <a:gd name="T3" fmla="*/ 123 h 184"/>
              <a:gd name="T4" fmla="*/ 61 w 160"/>
              <a:gd name="T5" fmla="*/ 123 h 184"/>
              <a:gd name="T6" fmla="*/ 99 w 160"/>
              <a:gd name="T7" fmla="*/ 131 h 184"/>
              <a:gd name="T8" fmla="*/ 145 w 160"/>
              <a:gd name="T9" fmla="*/ 159 h 184"/>
              <a:gd name="T10" fmla="*/ 156 w 160"/>
              <a:gd name="T11" fmla="*/ 169 h 184"/>
              <a:gd name="T12" fmla="*/ 154 w 160"/>
              <a:gd name="T13" fmla="*/ 179 h 184"/>
              <a:gd name="T14" fmla="*/ 151 w 160"/>
              <a:gd name="T15" fmla="*/ 180 h 184"/>
              <a:gd name="T16" fmla="*/ 120 w 160"/>
              <a:gd name="T17" fmla="*/ 182 h 184"/>
              <a:gd name="T18" fmla="*/ 92 w 160"/>
              <a:gd name="T19" fmla="*/ 173 h 184"/>
              <a:gd name="T20" fmla="*/ 53 w 160"/>
              <a:gd name="T21" fmla="*/ 154 h 184"/>
              <a:gd name="T22" fmla="*/ 38 w 160"/>
              <a:gd name="T23" fmla="*/ 145 h 184"/>
              <a:gd name="T24" fmla="*/ 9 w 160"/>
              <a:gd name="T25" fmla="*/ 133 h 184"/>
              <a:gd name="T26" fmla="*/ 4 w 160"/>
              <a:gd name="T27" fmla="*/ 132 h 184"/>
              <a:gd name="T28" fmla="*/ 2 w 160"/>
              <a:gd name="T29" fmla="*/ 126 h 184"/>
              <a:gd name="T30" fmla="*/ 7 w 160"/>
              <a:gd name="T31" fmla="*/ 118 h 184"/>
              <a:gd name="T32" fmla="*/ 16 w 160"/>
              <a:gd name="T33" fmla="*/ 105 h 184"/>
              <a:gd name="T34" fmla="*/ 36 w 160"/>
              <a:gd name="T35" fmla="*/ 60 h 184"/>
              <a:gd name="T36" fmla="*/ 51 w 160"/>
              <a:gd name="T37" fmla="*/ 33 h 184"/>
              <a:gd name="T38" fmla="*/ 85 w 160"/>
              <a:gd name="T39" fmla="*/ 4 h 184"/>
              <a:gd name="T40" fmla="*/ 94 w 160"/>
              <a:gd name="T41" fmla="*/ 1 h 184"/>
              <a:gd name="T42" fmla="*/ 102 w 160"/>
              <a:gd name="T43" fmla="*/ 8 h 184"/>
              <a:gd name="T44" fmla="*/ 98 w 160"/>
              <a:gd name="T45" fmla="*/ 20 h 184"/>
              <a:gd name="T46" fmla="*/ 83 w 160"/>
              <a:gd name="T47" fmla="*/ 49 h 184"/>
              <a:gd name="T48" fmla="*/ 73 w 160"/>
              <a:gd name="T49" fmla="*/ 66 h 184"/>
              <a:gd name="T50" fmla="*/ 51 w 160"/>
              <a:gd name="T51" fmla="*/ 95 h 184"/>
              <a:gd name="T52" fmla="*/ 38 w 160"/>
              <a:gd name="T53" fmla="*/ 111 h 184"/>
              <a:gd name="T54" fmla="*/ 28 w 160"/>
              <a:gd name="T55" fmla="*/ 119 h 184"/>
              <a:gd name="T56" fmla="*/ 24 w 160"/>
              <a:gd name="T57" fmla="*/ 122 h 184"/>
              <a:gd name="T58" fmla="*/ 25 w 160"/>
              <a:gd name="T59" fmla="*/ 12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84">
                <a:moveTo>
                  <a:pt x="25" y="123"/>
                </a:moveTo>
                <a:cubicBezTo>
                  <a:pt x="26" y="123"/>
                  <a:pt x="27" y="123"/>
                  <a:pt x="28" y="123"/>
                </a:cubicBezTo>
                <a:cubicBezTo>
                  <a:pt x="39" y="123"/>
                  <a:pt x="50" y="122"/>
                  <a:pt x="61" y="123"/>
                </a:cubicBezTo>
                <a:cubicBezTo>
                  <a:pt x="74" y="123"/>
                  <a:pt x="87" y="126"/>
                  <a:pt x="99" y="131"/>
                </a:cubicBezTo>
                <a:cubicBezTo>
                  <a:pt x="116" y="137"/>
                  <a:pt x="131" y="147"/>
                  <a:pt x="145" y="159"/>
                </a:cubicBezTo>
                <a:cubicBezTo>
                  <a:pt x="148" y="162"/>
                  <a:pt x="152" y="165"/>
                  <a:pt x="156" y="169"/>
                </a:cubicBezTo>
                <a:cubicBezTo>
                  <a:pt x="160" y="172"/>
                  <a:pt x="159" y="176"/>
                  <a:pt x="154" y="179"/>
                </a:cubicBezTo>
                <a:cubicBezTo>
                  <a:pt x="153" y="179"/>
                  <a:pt x="152" y="179"/>
                  <a:pt x="151" y="180"/>
                </a:cubicBezTo>
                <a:cubicBezTo>
                  <a:pt x="141" y="183"/>
                  <a:pt x="131" y="184"/>
                  <a:pt x="120" y="182"/>
                </a:cubicBezTo>
                <a:cubicBezTo>
                  <a:pt x="110" y="180"/>
                  <a:pt x="101" y="177"/>
                  <a:pt x="92" y="173"/>
                </a:cubicBezTo>
                <a:cubicBezTo>
                  <a:pt x="79" y="166"/>
                  <a:pt x="66" y="160"/>
                  <a:pt x="53" y="154"/>
                </a:cubicBezTo>
                <a:cubicBezTo>
                  <a:pt x="48" y="151"/>
                  <a:pt x="43" y="148"/>
                  <a:pt x="38" y="145"/>
                </a:cubicBezTo>
                <a:cubicBezTo>
                  <a:pt x="29" y="139"/>
                  <a:pt x="19" y="136"/>
                  <a:pt x="9" y="133"/>
                </a:cubicBezTo>
                <a:cubicBezTo>
                  <a:pt x="7" y="133"/>
                  <a:pt x="6" y="132"/>
                  <a:pt x="4" y="132"/>
                </a:cubicBezTo>
                <a:cubicBezTo>
                  <a:pt x="1" y="131"/>
                  <a:pt x="0" y="129"/>
                  <a:pt x="2" y="126"/>
                </a:cubicBezTo>
                <a:cubicBezTo>
                  <a:pt x="3" y="123"/>
                  <a:pt x="5" y="121"/>
                  <a:pt x="7" y="118"/>
                </a:cubicBezTo>
                <a:cubicBezTo>
                  <a:pt x="10" y="114"/>
                  <a:pt x="14" y="110"/>
                  <a:pt x="16" y="105"/>
                </a:cubicBezTo>
                <a:cubicBezTo>
                  <a:pt x="23" y="90"/>
                  <a:pt x="30" y="75"/>
                  <a:pt x="36" y="60"/>
                </a:cubicBezTo>
                <a:cubicBezTo>
                  <a:pt x="40" y="50"/>
                  <a:pt x="44" y="41"/>
                  <a:pt x="51" y="33"/>
                </a:cubicBezTo>
                <a:cubicBezTo>
                  <a:pt x="60" y="21"/>
                  <a:pt x="72" y="11"/>
                  <a:pt x="85" y="4"/>
                </a:cubicBezTo>
                <a:cubicBezTo>
                  <a:pt x="88" y="3"/>
                  <a:pt x="91" y="2"/>
                  <a:pt x="94" y="1"/>
                </a:cubicBezTo>
                <a:cubicBezTo>
                  <a:pt x="99" y="0"/>
                  <a:pt x="102" y="2"/>
                  <a:pt x="102" y="8"/>
                </a:cubicBezTo>
                <a:cubicBezTo>
                  <a:pt x="102" y="12"/>
                  <a:pt x="101" y="16"/>
                  <a:pt x="98" y="20"/>
                </a:cubicBezTo>
                <a:cubicBezTo>
                  <a:pt x="93" y="30"/>
                  <a:pt x="88" y="39"/>
                  <a:pt x="83" y="49"/>
                </a:cubicBezTo>
                <a:cubicBezTo>
                  <a:pt x="79" y="55"/>
                  <a:pt x="76" y="60"/>
                  <a:pt x="73" y="66"/>
                </a:cubicBezTo>
                <a:cubicBezTo>
                  <a:pt x="67" y="77"/>
                  <a:pt x="59" y="86"/>
                  <a:pt x="51" y="95"/>
                </a:cubicBezTo>
                <a:cubicBezTo>
                  <a:pt x="47" y="100"/>
                  <a:pt x="43" y="106"/>
                  <a:pt x="38" y="111"/>
                </a:cubicBezTo>
                <a:cubicBezTo>
                  <a:pt x="35" y="114"/>
                  <a:pt x="32" y="116"/>
                  <a:pt x="28" y="119"/>
                </a:cubicBezTo>
                <a:cubicBezTo>
                  <a:pt x="27" y="120"/>
                  <a:pt x="26" y="121"/>
                  <a:pt x="24" y="122"/>
                </a:cubicBezTo>
                <a:cubicBezTo>
                  <a:pt x="25" y="122"/>
                  <a:pt x="25" y="123"/>
                  <a:pt x="25" y="123"/>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9" name="Freeform 58"/>
          <p:cNvSpPr/>
          <p:nvPr>
            <p:custDataLst>
              <p:tags r:id="rId31"/>
            </p:custDataLst>
          </p:nvPr>
        </p:nvSpPr>
        <p:spPr bwMode="auto">
          <a:xfrm>
            <a:off x="6733232" y="1690918"/>
            <a:ext cx="106280" cy="70377"/>
          </a:xfrm>
          <a:custGeom>
            <a:avLst/>
            <a:gdLst>
              <a:gd name="T0" fmla="*/ 120 w 120"/>
              <a:gd name="T1" fmla="*/ 11 h 92"/>
              <a:gd name="T2" fmla="*/ 117 w 120"/>
              <a:gd name="T3" fmla="*/ 18 h 92"/>
              <a:gd name="T4" fmla="*/ 91 w 120"/>
              <a:gd name="T5" fmla="*/ 46 h 92"/>
              <a:gd name="T6" fmla="*/ 65 w 120"/>
              <a:gd name="T7" fmla="*/ 65 h 92"/>
              <a:gd name="T8" fmla="*/ 30 w 120"/>
              <a:gd name="T9" fmla="*/ 84 h 92"/>
              <a:gd name="T10" fmla="*/ 8 w 120"/>
              <a:gd name="T11" fmla="*/ 92 h 92"/>
              <a:gd name="T12" fmla="*/ 3 w 120"/>
              <a:gd name="T13" fmla="*/ 92 h 92"/>
              <a:gd name="T14" fmla="*/ 2 w 120"/>
              <a:gd name="T15" fmla="*/ 88 h 92"/>
              <a:gd name="T16" fmla="*/ 13 w 120"/>
              <a:gd name="T17" fmla="*/ 70 h 92"/>
              <a:gd name="T18" fmla="*/ 33 w 120"/>
              <a:gd name="T19" fmla="*/ 46 h 92"/>
              <a:gd name="T20" fmla="*/ 49 w 120"/>
              <a:gd name="T21" fmla="*/ 33 h 92"/>
              <a:gd name="T22" fmla="*/ 105 w 120"/>
              <a:gd name="T23" fmla="*/ 2 h 92"/>
              <a:gd name="T24" fmla="*/ 114 w 120"/>
              <a:gd name="T25" fmla="*/ 1 h 92"/>
              <a:gd name="T26" fmla="*/ 120 w 120"/>
              <a:gd name="T27" fmla="*/ 11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92">
                <a:moveTo>
                  <a:pt x="120" y="11"/>
                </a:moveTo>
                <a:cubicBezTo>
                  <a:pt x="119" y="12"/>
                  <a:pt x="119" y="16"/>
                  <a:pt x="117" y="18"/>
                </a:cubicBezTo>
                <a:cubicBezTo>
                  <a:pt x="110" y="29"/>
                  <a:pt x="101" y="39"/>
                  <a:pt x="91" y="46"/>
                </a:cubicBezTo>
                <a:cubicBezTo>
                  <a:pt x="82" y="53"/>
                  <a:pt x="74" y="59"/>
                  <a:pt x="65" y="65"/>
                </a:cubicBezTo>
                <a:cubicBezTo>
                  <a:pt x="54" y="73"/>
                  <a:pt x="43" y="79"/>
                  <a:pt x="30" y="84"/>
                </a:cubicBezTo>
                <a:cubicBezTo>
                  <a:pt x="23" y="87"/>
                  <a:pt x="15" y="89"/>
                  <a:pt x="8" y="92"/>
                </a:cubicBezTo>
                <a:cubicBezTo>
                  <a:pt x="6" y="92"/>
                  <a:pt x="5" y="92"/>
                  <a:pt x="3" y="92"/>
                </a:cubicBezTo>
                <a:cubicBezTo>
                  <a:pt x="1" y="92"/>
                  <a:pt x="0" y="90"/>
                  <a:pt x="2" y="88"/>
                </a:cubicBezTo>
                <a:cubicBezTo>
                  <a:pt x="6" y="82"/>
                  <a:pt x="9" y="75"/>
                  <a:pt x="13" y="70"/>
                </a:cubicBezTo>
                <a:cubicBezTo>
                  <a:pt x="19" y="61"/>
                  <a:pt x="25" y="53"/>
                  <a:pt x="33" y="46"/>
                </a:cubicBezTo>
                <a:cubicBezTo>
                  <a:pt x="38" y="41"/>
                  <a:pt x="44" y="37"/>
                  <a:pt x="49" y="33"/>
                </a:cubicBezTo>
                <a:cubicBezTo>
                  <a:pt x="66" y="19"/>
                  <a:pt x="85" y="9"/>
                  <a:pt x="105" y="2"/>
                </a:cubicBezTo>
                <a:cubicBezTo>
                  <a:pt x="108" y="1"/>
                  <a:pt x="111" y="0"/>
                  <a:pt x="114" y="1"/>
                </a:cubicBezTo>
                <a:cubicBezTo>
                  <a:pt x="118" y="2"/>
                  <a:pt x="120" y="5"/>
                  <a:pt x="120" y="11"/>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0" name="Freeform 59"/>
          <p:cNvSpPr/>
          <p:nvPr>
            <p:custDataLst>
              <p:tags r:id="rId32"/>
            </p:custDataLst>
          </p:nvPr>
        </p:nvSpPr>
        <p:spPr bwMode="auto">
          <a:xfrm>
            <a:off x="6357162" y="1746835"/>
            <a:ext cx="35303" cy="33099"/>
          </a:xfrm>
          <a:custGeom>
            <a:avLst/>
            <a:gdLst>
              <a:gd name="T0" fmla="*/ 0 w 40"/>
              <a:gd name="T1" fmla="*/ 19 h 43"/>
              <a:gd name="T2" fmla="*/ 5 w 40"/>
              <a:gd name="T3" fmla="*/ 10 h 43"/>
              <a:gd name="T4" fmla="*/ 12 w 40"/>
              <a:gd name="T5" fmla="*/ 4 h 43"/>
              <a:gd name="T6" fmla="*/ 31 w 40"/>
              <a:gd name="T7" fmla="*/ 7 h 43"/>
              <a:gd name="T8" fmla="*/ 35 w 40"/>
              <a:gd name="T9" fmla="*/ 30 h 43"/>
              <a:gd name="T10" fmla="*/ 6 w 40"/>
              <a:gd name="T11" fmla="*/ 35 h 43"/>
              <a:gd name="T12" fmla="*/ 1 w 40"/>
              <a:gd name="T13" fmla="*/ 29 h 43"/>
              <a:gd name="T14" fmla="*/ 0 w 40"/>
              <a:gd name="T15" fmla="*/ 26 h 43"/>
              <a:gd name="T16" fmla="*/ 0 w 40"/>
              <a:gd name="T17" fmla="*/ 1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3">
                <a:moveTo>
                  <a:pt x="0" y="19"/>
                </a:moveTo>
                <a:cubicBezTo>
                  <a:pt x="1" y="16"/>
                  <a:pt x="3" y="13"/>
                  <a:pt x="5" y="10"/>
                </a:cubicBezTo>
                <a:cubicBezTo>
                  <a:pt x="7" y="8"/>
                  <a:pt x="10" y="6"/>
                  <a:pt x="12" y="4"/>
                </a:cubicBezTo>
                <a:cubicBezTo>
                  <a:pt x="19" y="0"/>
                  <a:pt x="26" y="2"/>
                  <a:pt x="31" y="7"/>
                </a:cubicBezTo>
                <a:cubicBezTo>
                  <a:pt x="37" y="13"/>
                  <a:pt x="40" y="22"/>
                  <a:pt x="35" y="30"/>
                </a:cubicBezTo>
                <a:cubicBezTo>
                  <a:pt x="29" y="40"/>
                  <a:pt x="15" y="43"/>
                  <a:pt x="6" y="35"/>
                </a:cubicBezTo>
                <a:cubicBezTo>
                  <a:pt x="4" y="34"/>
                  <a:pt x="3" y="31"/>
                  <a:pt x="1" y="29"/>
                </a:cubicBezTo>
                <a:cubicBezTo>
                  <a:pt x="1" y="28"/>
                  <a:pt x="0" y="27"/>
                  <a:pt x="0" y="26"/>
                </a:cubicBezTo>
                <a:cubicBezTo>
                  <a:pt x="0" y="24"/>
                  <a:pt x="0" y="21"/>
                  <a:pt x="0" y="19"/>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1" name="Freeform 60"/>
          <p:cNvSpPr/>
          <p:nvPr>
            <p:custDataLst>
              <p:tags r:id="rId33"/>
            </p:custDataLst>
          </p:nvPr>
        </p:nvSpPr>
        <p:spPr bwMode="auto">
          <a:xfrm>
            <a:off x="6529589" y="1883411"/>
            <a:ext cx="18581" cy="17032"/>
          </a:xfrm>
          <a:custGeom>
            <a:avLst/>
            <a:gdLst>
              <a:gd name="T0" fmla="*/ 7 w 21"/>
              <a:gd name="T1" fmla="*/ 22 h 22"/>
              <a:gd name="T2" fmla="*/ 7 w 21"/>
              <a:gd name="T3" fmla="*/ 22 h 22"/>
              <a:gd name="T4" fmla="*/ 1 w 21"/>
              <a:gd name="T5" fmla="*/ 12 h 22"/>
              <a:gd name="T6" fmla="*/ 8 w 21"/>
              <a:gd name="T7" fmla="*/ 2 h 22"/>
              <a:gd name="T8" fmla="*/ 20 w 21"/>
              <a:gd name="T9" fmla="*/ 4 h 22"/>
              <a:gd name="T10" fmla="*/ 21 w 21"/>
              <a:gd name="T11" fmla="*/ 7 h 22"/>
              <a:gd name="T12" fmla="*/ 20 w 21"/>
              <a:gd name="T13" fmla="*/ 17 h 22"/>
              <a:gd name="T14" fmla="*/ 16 w 21"/>
              <a:gd name="T15" fmla="*/ 20 h 22"/>
              <a:gd name="T16" fmla="*/ 13 w 21"/>
              <a:gd name="T17" fmla="*/ 22 h 22"/>
              <a:gd name="T18" fmla="*/ 7 w 21"/>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2">
                <a:moveTo>
                  <a:pt x="7" y="22"/>
                </a:moveTo>
                <a:cubicBezTo>
                  <a:pt x="7" y="22"/>
                  <a:pt x="7" y="22"/>
                  <a:pt x="7" y="22"/>
                </a:cubicBezTo>
                <a:cubicBezTo>
                  <a:pt x="3" y="20"/>
                  <a:pt x="0" y="16"/>
                  <a:pt x="1" y="12"/>
                </a:cubicBezTo>
                <a:cubicBezTo>
                  <a:pt x="1" y="7"/>
                  <a:pt x="4" y="4"/>
                  <a:pt x="8" y="2"/>
                </a:cubicBezTo>
                <a:cubicBezTo>
                  <a:pt x="12" y="0"/>
                  <a:pt x="17" y="0"/>
                  <a:pt x="20" y="4"/>
                </a:cubicBezTo>
                <a:cubicBezTo>
                  <a:pt x="20" y="5"/>
                  <a:pt x="21" y="6"/>
                  <a:pt x="21" y="7"/>
                </a:cubicBezTo>
                <a:cubicBezTo>
                  <a:pt x="21" y="10"/>
                  <a:pt x="21" y="14"/>
                  <a:pt x="20" y="17"/>
                </a:cubicBezTo>
                <a:cubicBezTo>
                  <a:pt x="19" y="18"/>
                  <a:pt x="18" y="19"/>
                  <a:pt x="16" y="20"/>
                </a:cubicBezTo>
                <a:cubicBezTo>
                  <a:pt x="15" y="21"/>
                  <a:pt x="14" y="22"/>
                  <a:pt x="13" y="22"/>
                </a:cubicBezTo>
                <a:cubicBezTo>
                  <a:pt x="11" y="22"/>
                  <a:pt x="9" y="22"/>
                  <a:pt x="7" y="22"/>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2" name="Freeform 61"/>
          <p:cNvSpPr/>
          <p:nvPr>
            <p:custDataLst>
              <p:tags r:id="rId34"/>
            </p:custDataLst>
          </p:nvPr>
        </p:nvSpPr>
        <p:spPr bwMode="auto">
          <a:xfrm>
            <a:off x="6788973" y="1760652"/>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3" name="Freeform 62"/>
          <p:cNvSpPr/>
          <p:nvPr>
            <p:custDataLst>
              <p:tags r:id="rId35"/>
            </p:custDataLst>
          </p:nvPr>
        </p:nvSpPr>
        <p:spPr bwMode="auto">
          <a:xfrm>
            <a:off x="6718366" y="1838100"/>
            <a:ext cx="37161" cy="29243"/>
          </a:xfrm>
          <a:custGeom>
            <a:avLst/>
            <a:gdLst>
              <a:gd name="T0" fmla="*/ 42 w 42"/>
              <a:gd name="T1" fmla="*/ 16 h 38"/>
              <a:gd name="T2" fmla="*/ 20 w 42"/>
              <a:gd name="T3" fmla="*/ 37 h 38"/>
              <a:gd name="T4" fmla="*/ 3 w 42"/>
              <a:gd name="T5" fmla="*/ 13 h 38"/>
              <a:gd name="T6" fmla="*/ 10 w 42"/>
              <a:gd name="T7" fmla="*/ 5 h 38"/>
              <a:gd name="T8" fmla="*/ 28 w 42"/>
              <a:gd name="T9" fmla="*/ 1 h 38"/>
              <a:gd name="T10" fmla="*/ 41 w 42"/>
              <a:gd name="T11" fmla="*/ 10 h 38"/>
              <a:gd name="T12" fmla="*/ 42 w 42"/>
              <a:gd name="T13" fmla="*/ 16 h 38"/>
            </a:gdLst>
            <a:ahLst/>
            <a:cxnLst>
              <a:cxn ang="0">
                <a:pos x="T0" y="T1"/>
              </a:cxn>
              <a:cxn ang="0">
                <a:pos x="T2" y="T3"/>
              </a:cxn>
              <a:cxn ang="0">
                <a:pos x="T4" y="T5"/>
              </a:cxn>
              <a:cxn ang="0">
                <a:pos x="T6" y="T7"/>
              </a:cxn>
              <a:cxn ang="0">
                <a:pos x="T8" y="T9"/>
              </a:cxn>
              <a:cxn ang="0">
                <a:pos x="T10" y="T11"/>
              </a:cxn>
              <a:cxn ang="0">
                <a:pos x="T12" y="T13"/>
              </a:cxn>
            </a:cxnLst>
            <a:rect l="0" t="0" r="r" b="b"/>
            <a:pathLst>
              <a:path w="42" h="38">
                <a:moveTo>
                  <a:pt x="42" y="16"/>
                </a:moveTo>
                <a:cubicBezTo>
                  <a:pt x="42" y="25"/>
                  <a:pt x="32" y="38"/>
                  <a:pt x="20" y="37"/>
                </a:cubicBezTo>
                <a:cubicBezTo>
                  <a:pt x="9" y="36"/>
                  <a:pt x="0" y="25"/>
                  <a:pt x="3" y="13"/>
                </a:cubicBezTo>
                <a:cubicBezTo>
                  <a:pt x="4" y="10"/>
                  <a:pt x="7" y="7"/>
                  <a:pt x="10" y="5"/>
                </a:cubicBezTo>
                <a:cubicBezTo>
                  <a:pt x="15" y="2"/>
                  <a:pt x="21" y="0"/>
                  <a:pt x="28" y="1"/>
                </a:cubicBezTo>
                <a:cubicBezTo>
                  <a:pt x="33" y="1"/>
                  <a:pt x="38" y="4"/>
                  <a:pt x="41" y="10"/>
                </a:cubicBezTo>
                <a:cubicBezTo>
                  <a:pt x="41" y="11"/>
                  <a:pt x="42" y="14"/>
                  <a:pt x="42" y="1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4" name="Freeform 63"/>
          <p:cNvSpPr/>
          <p:nvPr>
            <p:custDataLst>
              <p:tags r:id="rId36"/>
            </p:custDataLst>
          </p:nvPr>
        </p:nvSpPr>
        <p:spPr bwMode="auto">
          <a:xfrm>
            <a:off x="6610227" y="1672280"/>
            <a:ext cx="30844" cy="26994"/>
          </a:xfrm>
          <a:custGeom>
            <a:avLst/>
            <a:gdLst>
              <a:gd name="T0" fmla="*/ 16 w 35"/>
              <a:gd name="T1" fmla="*/ 34 h 35"/>
              <a:gd name="T2" fmla="*/ 1 w 35"/>
              <a:gd name="T3" fmla="*/ 21 h 35"/>
              <a:gd name="T4" fmla="*/ 1 w 35"/>
              <a:gd name="T5" fmla="*/ 19 h 35"/>
              <a:gd name="T6" fmla="*/ 16 w 35"/>
              <a:gd name="T7" fmla="*/ 2 h 35"/>
              <a:gd name="T8" fmla="*/ 34 w 35"/>
              <a:gd name="T9" fmla="*/ 16 h 35"/>
              <a:gd name="T10" fmla="*/ 16 w 35"/>
              <a:gd name="T11" fmla="*/ 34 h 35"/>
            </a:gdLst>
            <a:ahLst/>
            <a:cxnLst>
              <a:cxn ang="0">
                <a:pos x="T0" y="T1"/>
              </a:cxn>
              <a:cxn ang="0">
                <a:pos x="T2" y="T3"/>
              </a:cxn>
              <a:cxn ang="0">
                <a:pos x="T4" y="T5"/>
              </a:cxn>
              <a:cxn ang="0">
                <a:pos x="T6" y="T7"/>
              </a:cxn>
              <a:cxn ang="0">
                <a:pos x="T8" y="T9"/>
              </a:cxn>
              <a:cxn ang="0">
                <a:pos x="T10" y="T11"/>
              </a:cxn>
            </a:cxnLst>
            <a:rect l="0" t="0" r="r" b="b"/>
            <a:pathLst>
              <a:path w="35" h="35">
                <a:moveTo>
                  <a:pt x="16" y="34"/>
                </a:moveTo>
                <a:cubicBezTo>
                  <a:pt x="7" y="35"/>
                  <a:pt x="2" y="29"/>
                  <a:pt x="1" y="21"/>
                </a:cubicBezTo>
                <a:cubicBezTo>
                  <a:pt x="1" y="21"/>
                  <a:pt x="0" y="20"/>
                  <a:pt x="1" y="19"/>
                </a:cubicBezTo>
                <a:cubicBezTo>
                  <a:pt x="1" y="11"/>
                  <a:pt x="8" y="3"/>
                  <a:pt x="16" y="2"/>
                </a:cubicBezTo>
                <a:cubicBezTo>
                  <a:pt x="24" y="0"/>
                  <a:pt x="33" y="7"/>
                  <a:pt x="34" y="16"/>
                </a:cubicBezTo>
                <a:cubicBezTo>
                  <a:pt x="35" y="26"/>
                  <a:pt x="26" y="34"/>
                  <a:pt x="16" y="3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5" name="Freeform 64"/>
          <p:cNvSpPr/>
          <p:nvPr>
            <p:custDataLst>
              <p:tags r:id="rId37"/>
            </p:custDataLst>
          </p:nvPr>
        </p:nvSpPr>
        <p:spPr bwMode="auto">
          <a:xfrm>
            <a:off x="6761474" y="1671637"/>
            <a:ext cx="19695" cy="14461"/>
          </a:xfrm>
          <a:custGeom>
            <a:avLst/>
            <a:gdLst>
              <a:gd name="T0" fmla="*/ 10 w 22"/>
              <a:gd name="T1" fmla="*/ 18 h 19"/>
              <a:gd name="T2" fmla="*/ 2 w 22"/>
              <a:gd name="T3" fmla="*/ 7 h 19"/>
              <a:gd name="T4" fmla="*/ 11 w 22"/>
              <a:gd name="T5" fmla="*/ 0 h 19"/>
              <a:gd name="T6" fmla="*/ 21 w 22"/>
              <a:gd name="T7" fmla="*/ 5 h 19"/>
              <a:gd name="T8" fmla="*/ 21 w 22"/>
              <a:gd name="T9" fmla="*/ 12 h 19"/>
              <a:gd name="T10" fmla="*/ 10 w 22"/>
              <a:gd name="T11" fmla="*/ 18 h 19"/>
            </a:gdLst>
            <a:ahLst/>
            <a:cxnLst>
              <a:cxn ang="0">
                <a:pos x="T0" y="T1"/>
              </a:cxn>
              <a:cxn ang="0">
                <a:pos x="T2" y="T3"/>
              </a:cxn>
              <a:cxn ang="0">
                <a:pos x="T4" y="T5"/>
              </a:cxn>
              <a:cxn ang="0">
                <a:pos x="T6" y="T7"/>
              </a:cxn>
              <a:cxn ang="0">
                <a:pos x="T8" y="T9"/>
              </a:cxn>
              <a:cxn ang="0">
                <a:pos x="T10" y="T11"/>
              </a:cxn>
            </a:cxnLst>
            <a:rect l="0" t="0" r="r" b="b"/>
            <a:pathLst>
              <a:path w="22" h="19">
                <a:moveTo>
                  <a:pt x="10" y="18"/>
                </a:moveTo>
                <a:cubicBezTo>
                  <a:pt x="3" y="19"/>
                  <a:pt x="0" y="11"/>
                  <a:pt x="2" y="7"/>
                </a:cubicBezTo>
                <a:cubicBezTo>
                  <a:pt x="3" y="3"/>
                  <a:pt x="7" y="0"/>
                  <a:pt x="11" y="0"/>
                </a:cubicBezTo>
                <a:cubicBezTo>
                  <a:pt x="15" y="0"/>
                  <a:pt x="19" y="1"/>
                  <a:pt x="21" y="5"/>
                </a:cubicBezTo>
                <a:cubicBezTo>
                  <a:pt x="22" y="7"/>
                  <a:pt x="22" y="10"/>
                  <a:pt x="21" y="12"/>
                </a:cubicBezTo>
                <a:cubicBezTo>
                  <a:pt x="19" y="16"/>
                  <a:pt x="15" y="19"/>
                  <a:pt x="10" y="1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6" name="Freeform 65"/>
          <p:cNvSpPr/>
          <p:nvPr>
            <p:custDataLst>
              <p:tags r:id="rId38"/>
            </p:custDataLst>
          </p:nvPr>
        </p:nvSpPr>
        <p:spPr bwMode="auto">
          <a:xfrm>
            <a:off x="6350844" y="1754547"/>
            <a:ext cx="395021" cy="55273"/>
          </a:xfrm>
          <a:custGeom>
            <a:avLst/>
            <a:gdLst>
              <a:gd name="T0" fmla="*/ 120 w 446"/>
              <a:gd name="T1" fmla="*/ 72 h 72"/>
              <a:gd name="T2" fmla="*/ 79 w 446"/>
              <a:gd name="T3" fmla="*/ 70 h 72"/>
              <a:gd name="T4" fmla="*/ 43 w 446"/>
              <a:gd name="T5" fmla="*/ 65 h 72"/>
              <a:gd name="T6" fmla="*/ 12 w 446"/>
              <a:gd name="T7" fmla="*/ 57 h 72"/>
              <a:gd name="T8" fmla="*/ 4 w 446"/>
              <a:gd name="T9" fmla="*/ 54 h 72"/>
              <a:gd name="T10" fmla="*/ 2 w 446"/>
              <a:gd name="T11" fmla="*/ 52 h 72"/>
              <a:gd name="T12" fmla="*/ 2 w 446"/>
              <a:gd name="T13" fmla="*/ 47 h 72"/>
              <a:gd name="T14" fmla="*/ 5 w 446"/>
              <a:gd name="T15" fmla="*/ 46 h 72"/>
              <a:gd name="T16" fmla="*/ 6 w 446"/>
              <a:gd name="T17" fmla="*/ 46 h 72"/>
              <a:gd name="T18" fmla="*/ 53 w 446"/>
              <a:gd name="T19" fmla="*/ 59 h 72"/>
              <a:gd name="T20" fmla="*/ 81 w 446"/>
              <a:gd name="T21" fmla="*/ 62 h 72"/>
              <a:gd name="T22" fmla="*/ 122 w 446"/>
              <a:gd name="T23" fmla="*/ 64 h 72"/>
              <a:gd name="T24" fmla="*/ 152 w 446"/>
              <a:gd name="T25" fmla="*/ 62 h 72"/>
              <a:gd name="T26" fmla="*/ 177 w 446"/>
              <a:gd name="T27" fmla="*/ 61 h 72"/>
              <a:gd name="T28" fmla="*/ 206 w 446"/>
              <a:gd name="T29" fmla="*/ 59 h 72"/>
              <a:gd name="T30" fmla="*/ 222 w 446"/>
              <a:gd name="T31" fmla="*/ 58 h 72"/>
              <a:gd name="T32" fmla="*/ 237 w 446"/>
              <a:gd name="T33" fmla="*/ 57 h 72"/>
              <a:gd name="T34" fmla="*/ 263 w 446"/>
              <a:gd name="T35" fmla="*/ 54 h 72"/>
              <a:gd name="T36" fmla="*/ 283 w 446"/>
              <a:gd name="T37" fmla="*/ 51 h 72"/>
              <a:gd name="T38" fmla="*/ 324 w 446"/>
              <a:gd name="T39" fmla="*/ 43 h 72"/>
              <a:gd name="T40" fmla="*/ 363 w 446"/>
              <a:gd name="T41" fmla="*/ 32 h 72"/>
              <a:gd name="T42" fmla="*/ 422 w 446"/>
              <a:gd name="T43" fmla="*/ 9 h 72"/>
              <a:gd name="T44" fmla="*/ 440 w 446"/>
              <a:gd name="T45" fmla="*/ 1 h 72"/>
              <a:gd name="T46" fmla="*/ 445 w 446"/>
              <a:gd name="T47" fmla="*/ 2 h 72"/>
              <a:gd name="T48" fmla="*/ 444 w 446"/>
              <a:gd name="T49" fmla="*/ 7 h 72"/>
              <a:gd name="T50" fmla="*/ 438 w 446"/>
              <a:gd name="T51" fmla="*/ 10 h 72"/>
              <a:gd name="T52" fmla="*/ 381 w 446"/>
              <a:gd name="T53" fmla="*/ 35 h 72"/>
              <a:gd name="T54" fmla="*/ 307 w 446"/>
              <a:gd name="T55" fmla="*/ 55 h 72"/>
              <a:gd name="T56" fmla="*/ 266 w 446"/>
              <a:gd name="T57" fmla="*/ 62 h 72"/>
              <a:gd name="T58" fmla="*/ 239 w 446"/>
              <a:gd name="T59" fmla="*/ 65 h 72"/>
              <a:gd name="T60" fmla="*/ 207 w 446"/>
              <a:gd name="T61" fmla="*/ 67 h 72"/>
              <a:gd name="T62" fmla="*/ 192 w 446"/>
              <a:gd name="T63" fmla="*/ 68 h 72"/>
              <a:gd name="T64" fmla="*/ 161 w 446"/>
              <a:gd name="T65" fmla="*/ 70 h 72"/>
              <a:gd name="T66" fmla="*/ 149 w 446"/>
              <a:gd name="T67" fmla="*/ 71 h 72"/>
              <a:gd name="T68" fmla="*/ 120 w 446"/>
              <a:gd name="T6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6" h="72">
                <a:moveTo>
                  <a:pt x="120" y="72"/>
                </a:moveTo>
                <a:cubicBezTo>
                  <a:pt x="109" y="72"/>
                  <a:pt x="94" y="72"/>
                  <a:pt x="79" y="70"/>
                </a:cubicBezTo>
                <a:cubicBezTo>
                  <a:pt x="67" y="69"/>
                  <a:pt x="55" y="68"/>
                  <a:pt x="43" y="65"/>
                </a:cubicBezTo>
                <a:cubicBezTo>
                  <a:pt x="33" y="63"/>
                  <a:pt x="22" y="60"/>
                  <a:pt x="12" y="57"/>
                </a:cubicBezTo>
                <a:cubicBezTo>
                  <a:pt x="9" y="56"/>
                  <a:pt x="7" y="55"/>
                  <a:pt x="4" y="54"/>
                </a:cubicBezTo>
                <a:cubicBezTo>
                  <a:pt x="3" y="53"/>
                  <a:pt x="2" y="53"/>
                  <a:pt x="2" y="52"/>
                </a:cubicBezTo>
                <a:cubicBezTo>
                  <a:pt x="1" y="50"/>
                  <a:pt x="0" y="49"/>
                  <a:pt x="2" y="47"/>
                </a:cubicBezTo>
                <a:cubicBezTo>
                  <a:pt x="3" y="46"/>
                  <a:pt x="4" y="46"/>
                  <a:pt x="5" y="46"/>
                </a:cubicBezTo>
                <a:cubicBezTo>
                  <a:pt x="6" y="46"/>
                  <a:pt x="6" y="46"/>
                  <a:pt x="6" y="46"/>
                </a:cubicBezTo>
                <a:cubicBezTo>
                  <a:pt x="21" y="53"/>
                  <a:pt x="37" y="56"/>
                  <a:pt x="53" y="59"/>
                </a:cubicBezTo>
                <a:cubicBezTo>
                  <a:pt x="62" y="61"/>
                  <a:pt x="71" y="61"/>
                  <a:pt x="81" y="62"/>
                </a:cubicBezTo>
                <a:cubicBezTo>
                  <a:pt x="94" y="64"/>
                  <a:pt x="108" y="64"/>
                  <a:pt x="122" y="64"/>
                </a:cubicBezTo>
                <a:cubicBezTo>
                  <a:pt x="132" y="64"/>
                  <a:pt x="142" y="63"/>
                  <a:pt x="152" y="62"/>
                </a:cubicBezTo>
                <a:cubicBezTo>
                  <a:pt x="160" y="62"/>
                  <a:pt x="169" y="61"/>
                  <a:pt x="177" y="61"/>
                </a:cubicBezTo>
                <a:cubicBezTo>
                  <a:pt x="187" y="60"/>
                  <a:pt x="196" y="59"/>
                  <a:pt x="206" y="59"/>
                </a:cubicBezTo>
                <a:cubicBezTo>
                  <a:pt x="211" y="58"/>
                  <a:pt x="217" y="58"/>
                  <a:pt x="222" y="58"/>
                </a:cubicBezTo>
                <a:cubicBezTo>
                  <a:pt x="227" y="58"/>
                  <a:pt x="232" y="57"/>
                  <a:pt x="237" y="57"/>
                </a:cubicBezTo>
                <a:cubicBezTo>
                  <a:pt x="246" y="56"/>
                  <a:pt x="255" y="55"/>
                  <a:pt x="263" y="54"/>
                </a:cubicBezTo>
                <a:cubicBezTo>
                  <a:pt x="270" y="53"/>
                  <a:pt x="277" y="52"/>
                  <a:pt x="283" y="51"/>
                </a:cubicBezTo>
                <a:cubicBezTo>
                  <a:pt x="297" y="48"/>
                  <a:pt x="311" y="46"/>
                  <a:pt x="324" y="43"/>
                </a:cubicBezTo>
                <a:cubicBezTo>
                  <a:pt x="337" y="40"/>
                  <a:pt x="350" y="36"/>
                  <a:pt x="363" y="32"/>
                </a:cubicBezTo>
                <a:cubicBezTo>
                  <a:pt x="383" y="26"/>
                  <a:pt x="403" y="19"/>
                  <a:pt x="422" y="9"/>
                </a:cubicBezTo>
                <a:cubicBezTo>
                  <a:pt x="428" y="7"/>
                  <a:pt x="434" y="4"/>
                  <a:pt x="440" y="1"/>
                </a:cubicBezTo>
                <a:cubicBezTo>
                  <a:pt x="442" y="0"/>
                  <a:pt x="444" y="1"/>
                  <a:pt x="445" y="2"/>
                </a:cubicBezTo>
                <a:cubicBezTo>
                  <a:pt x="446" y="4"/>
                  <a:pt x="446" y="5"/>
                  <a:pt x="444" y="7"/>
                </a:cubicBezTo>
                <a:cubicBezTo>
                  <a:pt x="442" y="8"/>
                  <a:pt x="440" y="10"/>
                  <a:pt x="438" y="10"/>
                </a:cubicBezTo>
                <a:cubicBezTo>
                  <a:pt x="420" y="20"/>
                  <a:pt x="401" y="28"/>
                  <a:pt x="381" y="35"/>
                </a:cubicBezTo>
                <a:cubicBezTo>
                  <a:pt x="357" y="43"/>
                  <a:pt x="332" y="50"/>
                  <a:pt x="307" y="55"/>
                </a:cubicBezTo>
                <a:cubicBezTo>
                  <a:pt x="293" y="58"/>
                  <a:pt x="280" y="60"/>
                  <a:pt x="266" y="62"/>
                </a:cubicBezTo>
                <a:cubicBezTo>
                  <a:pt x="257" y="63"/>
                  <a:pt x="248" y="64"/>
                  <a:pt x="239" y="65"/>
                </a:cubicBezTo>
                <a:cubicBezTo>
                  <a:pt x="228" y="66"/>
                  <a:pt x="218" y="66"/>
                  <a:pt x="207" y="67"/>
                </a:cubicBezTo>
                <a:cubicBezTo>
                  <a:pt x="202" y="68"/>
                  <a:pt x="197" y="68"/>
                  <a:pt x="192" y="68"/>
                </a:cubicBezTo>
                <a:cubicBezTo>
                  <a:pt x="182" y="69"/>
                  <a:pt x="172" y="70"/>
                  <a:pt x="161" y="70"/>
                </a:cubicBezTo>
                <a:cubicBezTo>
                  <a:pt x="157" y="71"/>
                  <a:pt x="153" y="71"/>
                  <a:pt x="149" y="71"/>
                </a:cubicBezTo>
                <a:cubicBezTo>
                  <a:pt x="141" y="71"/>
                  <a:pt x="132" y="72"/>
                  <a:pt x="120" y="72"/>
                </a:cubicBezTo>
                <a:close/>
              </a:path>
            </a:pathLst>
          </a:custGeom>
          <a:solidFill>
            <a:srgbClr val="3F25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7" name="Freeform 61"/>
          <p:cNvSpPr/>
          <p:nvPr>
            <p:custDataLst>
              <p:tags r:id="rId39"/>
            </p:custDataLst>
          </p:nvPr>
        </p:nvSpPr>
        <p:spPr bwMode="auto">
          <a:xfrm>
            <a:off x="6838514" y="1537991"/>
            <a:ext cx="27352"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8" name="Freeform 61"/>
          <p:cNvSpPr/>
          <p:nvPr>
            <p:custDataLst>
              <p:tags r:id="rId40"/>
            </p:custDataLst>
          </p:nvPr>
        </p:nvSpPr>
        <p:spPr bwMode="auto">
          <a:xfrm>
            <a:off x="6276789" y="1584989"/>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39" name="Freeform 61"/>
          <p:cNvSpPr/>
          <p:nvPr>
            <p:custDataLst>
              <p:tags r:id="rId41"/>
            </p:custDataLst>
          </p:nvPr>
        </p:nvSpPr>
        <p:spPr bwMode="auto">
          <a:xfrm>
            <a:off x="6804492" y="1455433"/>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0" name="Freeform 61"/>
          <p:cNvSpPr/>
          <p:nvPr>
            <p:custDataLst>
              <p:tags r:id="rId42"/>
            </p:custDataLst>
          </p:nvPr>
        </p:nvSpPr>
        <p:spPr bwMode="auto">
          <a:xfrm>
            <a:off x="6803178" y="1607311"/>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1" name="Freeform 61"/>
          <p:cNvSpPr/>
          <p:nvPr>
            <p:custDataLst>
              <p:tags r:id="rId43"/>
            </p:custDataLst>
          </p:nvPr>
        </p:nvSpPr>
        <p:spPr bwMode="auto">
          <a:xfrm>
            <a:off x="6331073" y="1655928"/>
            <a:ext cx="25398"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2" name="Freeform 61"/>
          <p:cNvSpPr/>
          <p:nvPr>
            <p:custDataLst>
              <p:tags r:id="rId44"/>
            </p:custDataLst>
          </p:nvPr>
        </p:nvSpPr>
        <p:spPr bwMode="auto">
          <a:xfrm>
            <a:off x="6277198" y="1504163"/>
            <a:ext cx="25398"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3" name="文本框 16"/>
          <p:cNvSpPr txBox="1"/>
          <p:nvPr>
            <p:custDataLst>
              <p:tags r:id="rId45"/>
            </p:custDataLst>
          </p:nvPr>
        </p:nvSpPr>
        <p:spPr>
          <a:xfrm>
            <a:off x="2062703" y="3838968"/>
            <a:ext cx="3853114" cy="2017453"/>
          </a:xfrm>
          <a:prstGeom prst="rect">
            <a:avLst/>
          </a:prstGeom>
          <a:noFill/>
        </p:spPr>
        <p:txBody>
          <a:bodyPr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lnSpc>
                <a:spcPct val="130000"/>
              </a:lnSpc>
              <a:buNone/>
            </a:pPr>
            <a:r>
              <a:rPr lang="zh-CN" altLang="en-US" sz="2000" spc="150" dirty="0">
                <a:solidFill>
                  <a:schemeClr val="dk1">
                    <a:lumMod val="75000"/>
                    <a:lumOff val="25000"/>
                  </a:schemeClr>
                </a:solidFill>
                <a:uFillTx/>
                <a:latin typeface="微软雅黑" panose="020B0503020204020204" charset="-122"/>
                <a:ea typeface="微软雅黑" panose="020B0503020204020204" charset="-122"/>
                <a:sym typeface="+mn-ea"/>
              </a:rPr>
              <a:t>Search Functionality: Search for accounts by customer name, account number, or balance.</a:t>
            </a:r>
          </a:p>
        </p:txBody>
      </p:sp>
      <p:sp>
        <p:nvSpPr>
          <p:cNvPr id="44" name="文本框 43"/>
          <p:cNvSpPr txBox="1"/>
          <p:nvPr>
            <p:custDataLst>
              <p:tags r:id="rId46"/>
            </p:custDataLst>
          </p:nvPr>
        </p:nvSpPr>
        <p:spPr>
          <a:xfrm>
            <a:off x="1303991" y="3838968"/>
            <a:ext cx="588216" cy="445010"/>
          </a:xfrm>
          <a:prstGeom prst="rect">
            <a:avLst/>
          </a:prstGeom>
          <a:noFill/>
        </p:spPr>
        <p:txBody>
          <a:bodyPr wrap="square" rtlCol="0">
            <a:normAutofit fontScale="97500"/>
          </a:bodyPr>
          <a:lstStyle/>
          <a:p>
            <a:r>
              <a:rPr lang="en-US" altLang="zh-CN" sz="2400" b="1" dirty="0">
                <a:solidFill>
                  <a:schemeClr val="accent1">
                    <a:lumMod val="75000"/>
                  </a:schemeClr>
                </a:solidFill>
                <a:latin typeface="微软雅黑" panose="020B0503020204020204" charset="-122"/>
                <a:ea typeface="微软雅黑" panose="020B0503020204020204" charset="-122"/>
                <a:cs typeface="Arial" panose="020B0604020202020204" pitchFamily="34" charset="0"/>
              </a:rPr>
              <a:t>03</a:t>
            </a:r>
          </a:p>
        </p:txBody>
      </p:sp>
      <p:sp>
        <p:nvSpPr>
          <p:cNvPr id="45" name="Freeform 54"/>
          <p:cNvSpPr/>
          <p:nvPr>
            <p:custDataLst>
              <p:tags r:id="rId47"/>
            </p:custDataLst>
          </p:nvPr>
        </p:nvSpPr>
        <p:spPr bwMode="auto">
          <a:xfrm>
            <a:off x="1484207" y="4237968"/>
            <a:ext cx="144556" cy="174175"/>
          </a:xfrm>
          <a:custGeom>
            <a:avLst/>
            <a:gdLst>
              <a:gd name="T0" fmla="*/ 146 w 163"/>
              <a:gd name="T1" fmla="*/ 0 h 227"/>
              <a:gd name="T2" fmla="*/ 152 w 163"/>
              <a:gd name="T3" fmla="*/ 1 h 227"/>
              <a:gd name="T4" fmla="*/ 157 w 163"/>
              <a:gd name="T5" fmla="*/ 10 h 227"/>
              <a:gd name="T6" fmla="*/ 150 w 163"/>
              <a:gd name="T7" fmla="*/ 24 h 227"/>
              <a:gd name="T8" fmla="*/ 129 w 163"/>
              <a:gd name="T9" fmla="*/ 49 h 227"/>
              <a:gd name="T10" fmla="*/ 116 w 163"/>
              <a:gd name="T11" fmla="*/ 61 h 227"/>
              <a:gd name="T12" fmla="*/ 92 w 163"/>
              <a:gd name="T13" fmla="*/ 84 h 227"/>
              <a:gd name="T14" fmla="*/ 81 w 163"/>
              <a:gd name="T15" fmla="*/ 93 h 227"/>
              <a:gd name="T16" fmla="*/ 30 w 163"/>
              <a:gd name="T17" fmla="*/ 131 h 227"/>
              <a:gd name="T18" fmla="*/ 30 w 163"/>
              <a:gd name="T19" fmla="*/ 131 h 227"/>
              <a:gd name="T20" fmla="*/ 28 w 163"/>
              <a:gd name="T21" fmla="*/ 133 h 227"/>
              <a:gd name="T22" fmla="*/ 30 w 163"/>
              <a:gd name="T23" fmla="*/ 133 h 227"/>
              <a:gd name="T24" fmla="*/ 63 w 163"/>
              <a:gd name="T25" fmla="*/ 148 h 227"/>
              <a:gd name="T26" fmla="*/ 96 w 163"/>
              <a:gd name="T27" fmla="*/ 169 h 227"/>
              <a:gd name="T28" fmla="*/ 117 w 163"/>
              <a:gd name="T29" fmla="*/ 178 h 227"/>
              <a:gd name="T30" fmla="*/ 155 w 163"/>
              <a:gd name="T31" fmla="*/ 204 h 227"/>
              <a:gd name="T32" fmla="*/ 160 w 163"/>
              <a:gd name="T33" fmla="*/ 213 h 227"/>
              <a:gd name="T34" fmla="*/ 156 w 163"/>
              <a:gd name="T35" fmla="*/ 225 h 227"/>
              <a:gd name="T36" fmla="*/ 144 w 163"/>
              <a:gd name="T37" fmla="*/ 226 h 227"/>
              <a:gd name="T38" fmla="*/ 104 w 163"/>
              <a:gd name="T39" fmla="*/ 214 h 227"/>
              <a:gd name="T40" fmla="*/ 59 w 163"/>
              <a:gd name="T41" fmla="*/ 190 h 227"/>
              <a:gd name="T42" fmla="*/ 30 w 163"/>
              <a:gd name="T43" fmla="*/ 165 h 227"/>
              <a:gd name="T44" fmla="*/ 10 w 163"/>
              <a:gd name="T45" fmla="*/ 145 h 227"/>
              <a:gd name="T46" fmla="*/ 4 w 163"/>
              <a:gd name="T47" fmla="*/ 140 h 227"/>
              <a:gd name="T48" fmla="*/ 2 w 163"/>
              <a:gd name="T49" fmla="*/ 139 h 227"/>
              <a:gd name="T50" fmla="*/ 2 w 163"/>
              <a:gd name="T51" fmla="*/ 134 h 227"/>
              <a:gd name="T52" fmla="*/ 5 w 163"/>
              <a:gd name="T53" fmla="*/ 131 h 227"/>
              <a:gd name="T54" fmla="*/ 16 w 163"/>
              <a:gd name="T55" fmla="*/ 121 h 227"/>
              <a:gd name="T56" fmla="*/ 20 w 163"/>
              <a:gd name="T57" fmla="*/ 115 h 227"/>
              <a:gd name="T58" fmla="*/ 38 w 163"/>
              <a:gd name="T59" fmla="*/ 84 h 227"/>
              <a:gd name="T60" fmla="*/ 58 w 163"/>
              <a:gd name="T61" fmla="*/ 58 h 227"/>
              <a:gd name="T62" fmla="*/ 72 w 163"/>
              <a:gd name="T63" fmla="*/ 44 h 227"/>
              <a:gd name="T64" fmla="*/ 115 w 163"/>
              <a:gd name="T65" fmla="*/ 10 h 227"/>
              <a:gd name="T66" fmla="*/ 140 w 163"/>
              <a:gd name="T67" fmla="*/ 0 h 227"/>
              <a:gd name="T68" fmla="*/ 146 w 163"/>
              <a:gd name="T69"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 h="227">
                <a:moveTo>
                  <a:pt x="146" y="0"/>
                </a:moveTo>
                <a:cubicBezTo>
                  <a:pt x="148" y="0"/>
                  <a:pt x="150" y="0"/>
                  <a:pt x="152" y="1"/>
                </a:cubicBezTo>
                <a:cubicBezTo>
                  <a:pt x="157" y="2"/>
                  <a:pt x="158" y="5"/>
                  <a:pt x="157" y="10"/>
                </a:cubicBezTo>
                <a:cubicBezTo>
                  <a:pt x="156" y="15"/>
                  <a:pt x="153" y="20"/>
                  <a:pt x="150" y="24"/>
                </a:cubicBezTo>
                <a:cubicBezTo>
                  <a:pt x="144" y="33"/>
                  <a:pt x="137" y="41"/>
                  <a:pt x="129" y="49"/>
                </a:cubicBezTo>
                <a:cubicBezTo>
                  <a:pt x="125" y="53"/>
                  <a:pt x="121" y="57"/>
                  <a:pt x="116" y="61"/>
                </a:cubicBezTo>
                <a:cubicBezTo>
                  <a:pt x="108" y="69"/>
                  <a:pt x="100" y="76"/>
                  <a:pt x="92" y="84"/>
                </a:cubicBezTo>
                <a:cubicBezTo>
                  <a:pt x="88" y="87"/>
                  <a:pt x="85" y="90"/>
                  <a:pt x="81" y="93"/>
                </a:cubicBezTo>
                <a:cubicBezTo>
                  <a:pt x="66" y="108"/>
                  <a:pt x="49" y="121"/>
                  <a:pt x="30" y="131"/>
                </a:cubicBezTo>
                <a:cubicBezTo>
                  <a:pt x="30" y="131"/>
                  <a:pt x="30" y="131"/>
                  <a:pt x="30" y="131"/>
                </a:cubicBezTo>
                <a:cubicBezTo>
                  <a:pt x="29" y="132"/>
                  <a:pt x="29" y="132"/>
                  <a:pt x="28" y="133"/>
                </a:cubicBezTo>
                <a:cubicBezTo>
                  <a:pt x="29" y="133"/>
                  <a:pt x="29" y="133"/>
                  <a:pt x="30" y="133"/>
                </a:cubicBezTo>
                <a:cubicBezTo>
                  <a:pt x="42" y="135"/>
                  <a:pt x="53" y="141"/>
                  <a:pt x="63" y="148"/>
                </a:cubicBezTo>
                <a:cubicBezTo>
                  <a:pt x="73" y="156"/>
                  <a:pt x="84" y="163"/>
                  <a:pt x="96" y="169"/>
                </a:cubicBezTo>
                <a:cubicBezTo>
                  <a:pt x="103" y="172"/>
                  <a:pt x="110" y="175"/>
                  <a:pt x="117" y="178"/>
                </a:cubicBezTo>
                <a:cubicBezTo>
                  <a:pt x="131" y="185"/>
                  <a:pt x="144" y="193"/>
                  <a:pt x="155" y="204"/>
                </a:cubicBezTo>
                <a:cubicBezTo>
                  <a:pt x="157" y="207"/>
                  <a:pt x="159" y="210"/>
                  <a:pt x="160" y="213"/>
                </a:cubicBezTo>
                <a:cubicBezTo>
                  <a:pt x="163" y="218"/>
                  <a:pt x="161" y="223"/>
                  <a:pt x="156" y="225"/>
                </a:cubicBezTo>
                <a:cubicBezTo>
                  <a:pt x="152" y="226"/>
                  <a:pt x="148" y="227"/>
                  <a:pt x="144" y="226"/>
                </a:cubicBezTo>
                <a:cubicBezTo>
                  <a:pt x="130" y="225"/>
                  <a:pt x="116" y="220"/>
                  <a:pt x="104" y="214"/>
                </a:cubicBezTo>
                <a:cubicBezTo>
                  <a:pt x="89" y="206"/>
                  <a:pt x="74" y="198"/>
                  <a:pt x="59" y="190"/>
                </a:cubicBezTo>
                <a:cubicBezTo>
                  <a:pt x="47" y="184"/>
                  <a:pt x="38" y="175"/>
                  <a:pt x="30" y="165"/>
                </a:cubicBezTo>
                <a:cubicBezTo>
                  <a:pt x="23" y="158"/>
                  <a:pt x="17" y="151"/>
                  <a:pt x="10" y="145"/>
                </a:cubicBezTo>
                <a:cubicBezTo>
                  <a:pt x="9" y="143"/>
                  <a:pt x="6" y="142"/>
                  <a:pt x="4" y="140"/>
                </a:cubicBezTo>
                <a:cubicBezTo>
                  <a:pt x="3" y="140"/>
                  <a:pt x="2" y="139"/>
                  <a:pt x="2" y="139"/>
                </a:cubicBezTo>
                <a:cubicBezTo>
                  <a:pt x="0" y="137"/>
                  <a:pt x="0" y="136"/>
                  <a:pt x="2" y="134"/>
                </a:cubicBezTo>
                <a:cubicBezTo>
                  <a:pt x="3" y="133"/>
                  <a:pt x="4" y="132"/>
                  <a:pt x="5" y="131"/>
                </a:cubicBezTo>
                <a:cubicBezTo>
                  <a:pt x="9" y="128"/>
                  <a:pt x="13" y="125"/>
                  <a:pt x="16" y="121"/>
                </a:cubicBezTo>
                <a:cubicBezTo>
                  <a:pt x="18" y="120"/>
                  <a:pt x="19" y="118"/>
                  <a:pt x="20" y="115"/>
                </a:cubicBezTo>
                <a:cubicBezTo>
                  <a:pt x="26" y="105"/>
                  <a:pt x="31" y="94"/>
                  <a:pt x="38" y="84"/>
                </a:cubicBezTo>
                <a:cubicBezTo>
                  <a:pt x="44" y="74"/>
                  <a:pt x="50" y="65"/>
                  <a:pt x="58" y="58"/>
                </a:cubicBezTo>
                <a:cubicBezTo>
                  <a:pt x="63" y="53"/>
                  <a:pt x="67" y="48"/>
                  <a:pt x="72" y="44"/>
                </a:cubicBezTo>
                <a:cubicBezTo>
                  <a:pt x="85" y="31"/>
                  <a:pt x="99" y="19"/>
                  <a:pt x="115" y="10"/>
                </a:cubicBezTo>
                <a:cubicBezTo>
                  <a:pt x="123" y="6"/>
                  <a:pt x="131" y="2"/>
                  <a:pt x="140" y="0"/>
                </a:cubicBezTo>
                <a:cubicBezTo>
                  <a:pt x="142" y="0"/>
                  <a:pt x="144" y="0"/>
                  <a:pt x="146" y="0"/>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6" name="Freeform 55"/>
          <p:cNvSpPr/>
          <p:nvPr>
            <p:custDataLst>
              <p:tags r:id="rId48"/>
            </p:custDataLst>
          </p:nvPr>
        </p:nvSpPr>
        <p:spPr bwMode="auto">
          <a:xfrm>
            <a:off x="1407284" y="4243431"/>
            <a:ext cx="124118" cy="188636"/>
          </a:xfrm>
          <a:custGeom>
            <a:avLst/>
            <a:gdLst>
              <a:gd name="T0" fmla="*/ 126 w 140"/>
              <a:gd name="T1" fmla="*/ 0 h 246"/>
              <a:gd name="T2" fmla="*/ 138 w 140"/>
              <a:gd name="T3" fmla="*/ 14 h 246"/>
              <a:gd name="T4" fmla="*/ 129 w 140"/>
              <a:gd name="T5" fmla="*/ 30 h 246"/>
              <a:gd name="T6" fmla="*/ 99 w 140"/>
              <a:gd name="T7" fmla="*/ 62 h 246"/>
              <a:gd name="T8" fmla="*/ 77 w 140"/>
              <a:gd name="T9" fmla="*/ 81 h 246"/>
              <a:gd name="T10" fmla="*/ 42 w 140"/>
              <a:gd name="T11" fmla="*/ 105 h 246"/>
              <a:gd name="T12" fmla="*/ 19 w 140"/>
              <a:gd name="T13" fmla="*/ 117 h 246"/>
              <a:gd name="T14" fmla="*/ 18 w 140"/>
              <a:gd name="T15" fmla="*/ 118 h 246"/>
              <a:gd name="T16" fmla="*/ 19 w 140"/>
              <a:gd name="T17" fmla="*/ 119 h 246"/>
              <a:gd name="T18" fmla="*/ 43 w 140"/>
              <a:gd name="T19" fmla="*/ 133 h 246"/>
              <a:gd name="T20" fmla="*/ 56 w 140"/>
              <a:gd name="T21" fmla="*/ 146 h 246"/>
              <a:gd name="T22" fmla="*/ 90 w 140"/>
              <a:gd name="T23" fmla="*/ 179 h 246"/>
              <a:gd name="T24" fmla="*/ 111 w 140"/>
              <a:gd name="T25" fmla="*/ 198 h 246"/>
              <a:gd name="T26" fmla="*/ 132 w 140"/>
              <a:gd name="T27" fmla="*/ 226 h 246"/>
              <a:gd name="T28" fmla="*/ 135 w 140"/>
              <a:gd name="T29" fmla="*/ 236 h 246"/>
              <a:gd name="T30" fmla="*/ 126 w 140"/>
              <a:gd name="T31" fmla="*/ 245 h 246"/>
              <a:gd name="T32" fmla="*/ 111 w 140"/>
              <a:gd name="T33" fmla="*/ 241 h 246"/>
              <a:gd name="T34" fmla="*/ 79 w 140"/>
              <a:gd name="T35" fmla="*/ 222 h 246"/>
              <a:gd name="T36" fmla="*/ 61 w 140"/>
              <a:gd name="T37" fmla="*/ 205 h 246"/>
              <a:gd name="T38" fmla="*/ 44 w 140"/>
              <a:gd name="T39" fmla="*/ 186 h 246"/>
              <a:gd name="T40" fmla="*/ 23 w 140"/>
              <a:gd name="T41" fmla="*/ 159 h 246"/>
              <a:gd name="T42" fmla="*/ 11 w 140"/>
              <a:gd name="T43" fmla="*/ 139 h 246"/>
              <a:gd name="T44" fmla="*/ 2 w 140"/>
              <a:gd name="T45" fmla="*/ 124 h 246"/>
              <a:gd name="T46" fmla="*/ 4 w 140"/>
              <a:gd name="T47" fmla="*/ 115 h 246"/>
              <a:gd name="T48" fmla="*/ 16 w 140"/>
              <a:gd name="T49" fmla="*/ 104 h 246"/>
              <a:gd name="T50" fmla="*/ 58 w 140"/>
              <a:gd name="T51" fmla="*/ 54 h 246"/>
              <a:gd name="T52" fmla="*/ 89 w 140"/>
              <a:gd name="T53" fmla="*/ 21 h 246"/>
              <a:gd name="T54" fmla="*/ 101 w 140"/>
              <a:gd name="T55" fmla="*/ 11 h 246"/>
              <a:gd name="T56" fmla="*/ 123 w 140"/>
              <a:gd name="T57" fmla="*/ 0 h 246"/>
              <a:gd name="T58" fmla="*/ 126 w 140"/>
              <a:gd name="T59"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0" h="246">
                <a:moveTo>
                  <a:pt x="126" y="0"/>
                </a:moveTo>
                <a:cubicBezTo>
                  <a:pt x="134" y="0"/>
                  <a:pt x="140" y="6"/>
                  <a:pt x="138" y="14"/>
                </a:cubicBezTo>
                <a:cubicBezTo>
                  <a:pt x="136" y="20"/>
                  <a:pt x="133" y="26"/>
                  <a:pt x="129" y="30"/>
                </a:cubicBezTo>
                <a:cubicBezTo>
                  <a:pt x="121" y="42"/>
                  <a:pt x="110" y="53"/>
                  <a:pt x="99" y="62"/>
                </a:cubicBezTo>
                <a:cubicBezTo>
                  <a:pt x="92" y="69"/>
                  <a:pt x="85" y="75"/>
                  <a:pt x="77" y="81"/>
                </a:cubicBezTo>
                <a:cubicBezTo>
                  <a:pt x="65" y="90"/>
                  <a:pt x="54" y="97"/>
                  <a:pt x="42" y="105"/>
                </a:cubicBezTo>
                <a:cubicBezTo>
                  <a:pt x="35" y="110"/>
                  <a:pt x="27" y="113"/>
                  <a:pt x="19" y="117"/>
                </a:cubicBezTo>
                <a:cubicBezTo>
                  <a:pt x="18" y="117"/>
                  <a:pt x="18" y="117"/>
                  <a:pt x="18" y="118"/>
                </a:cubicBezTo>
                <a:cubicBezTo>
                  <a:pt x="18" y="118"/>
                  <a:pt x="18" y="119"/>
                  <a:pt x="19" y="119"/>
                </a:cubicBezTo>
                <a:cubicBezTo>
                  <a:pt x="27" y="123"/>
                  <a:pt x="35" y="127"/>
                  <a:pt x="43" y="133"/>
                </a:cubicBezTo>
                <a:cubicBezTo>
                  <a:pt x="47" y="137"/>
                  <a:pt x="52" y="141"/>
                  <a:pt x="56" y="146"/>
                </a:cubicBezTo>
                <a:cubicBezTo>
                  <a:pt x="67" y="158"/>
                  <a:pt x="78" y="169"/>
                  <a:pt x="90" y="179"/>
                </a:cubicBezTo>
                <a:cubicBezTo>
                  <a:pt x="98" y="185"/>
                  <a:pt x="105" y="191"/>
                  <a:pt x="111" y="198"/>
                </a:cubicBezTo>
                <a:cubicBezTo>
                  <a:pt x="120" y="206"/>
                  <a:pt x="127" y="215"/>
                  <a:pt x="132" y="226"/>
                </a:cubicBezTo>
                <a:cubicBezTo>
                  <a:pt x="133" y="229"/>
                  <a:pt x="134" y="232"/>
                  <a:pt x="135" y="236"/>
                </a:cubicBezTo>
                <a:cubicBezTo>
                  <a:pt x="136" y="241"/>
                  <a:pt x="132" y="246"/>
                  <a:pt x="126" y="245"/>
                </a:cubicBezTo>
                <a:cubicBezTo>
                  <a:pt x="121" y="244"/>
                  <a:pt x="116" y="243"/>
                  <a:pt x="111" y="241"/>
                </a:cubicBezTo>
                <a:cubicBezTo>
                  <a:pt x="99" y="237"/>
                  <a:pt x="89" y="230"/>
                  <a:pt x="79" y="222"/>
                </a:cubicBezTo>
                <a:cubicBezTo>
                  <a:pt x="73" y="217"/>
                  <a:pt x="66" y="211"/>
                  <a:pt x="61" y="205"/>
                </a:cubicBezTo>
                <a:cubicBezTo>
                  <a:pt x="55" y="199"/>
                  <a:pt x="49" y="193"/>
                  <a:pt x="44" y="186"/>
                </a:cubicBezTo>
                <a:cubicBezTo>
                  <a:pt x="37" y="177"/>
                  <a:pt x="30" y="168"/>
                  <a:pt x="23" y="159"/>
                </a:cubicBezTo>
                <a:cubicBezTo>
                  <a:pt x="18" y="153"/>
                  <a:pt x="15" y="146"/>
                  <a:pt x="11" y="139"/>
                </a:cubicBezTo>
                <a:cubicBezTo>
                  <a:pt x="8" y="134"/>
                  <a:pt x="5" y="129"/>
                  <a:pt x="2" y="124"/>
                </a:cubicBezTo>
                <a:cubicBezTo>
                  <a:pt x="0" y="120"/>
                  <a:pt x="0" y="118"/>
                  <a:pt x="4" y="115"/>
                </a:cubicBezTo>
                <a:cubicBezTo>
                  <a:pt x="8" y="111"/>
                  <a:pt x="12" y="107"/>
                  <a:pt x="16" y="104"/>
                </a:cubicBezTo>
                <a:cubicBezTo>
                  <a:pt x="31" y="89"/>
                  <a:pt x="45" y="72"/>
                  <a:pt x="58" y="54"/>
                </a:cubicBezTo>
                <a:cubicBezTo>
                  <a:pt x="67" y="42"/>
                  <a:pt x="77" y="31"/>
                  <a:pt x="89" y="21"/>
                </a:cubicBezTo>
                <a:cubicBezTo>
                  <a:pt x="93" y="18"/>
                  <a:pt x="96" y="14"/>
                  <a:pt x="101" y="11"/>
                </a:cubicBezTo>
                <a:cubicBezTo>
                  <a:pt x="107" y="6"/>
                  <a:pt x="114" y="1"/>
                  <a:pt x="123" y="0"/>
                </a:cubicBezTo>
                <a:cubicBezTo>
                  <a:pt x="124" y="0"/>
                  <a:pt x="125" y="0"/>
                  <a:pt x="126" y="0"/>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7" name="Freeform 56"/>
          <p:cNvSpPr/>
          <p:nvPr>
            <p:custDataLst>
              <p:tags r:id="rId49"/>
            </p:custDataLst>
          </p:nvPr>
        </p:nvSpPr>
        <p:spPr bwMode="auto">
          <a:xfrm>
            <a:off x="1591602" y="4226399"/>
            <a:ext cx="135266" cy="165820"/>
          </a:xfrm>
          <a:custGeom>
            <a:avLst/>
            <a:gdLst>
              <a:gd name="T0" fmla="*/ 20 w 153"/>
              <a:gd name="T1" fmla="*/ 139 h 216"/>
              <a:gd name="T2" fmla="*/ 29 w 153"/>
              <a:gd name="T3" fmla="*/ 140 h 216"/>
              <a:gd name="T4" fmla="*/ 62 w 153"/>
              <a:gd name="T5" fmla="*/ 149 h 216"/>
              <a:gd name="T6" fmla="*/ 97 w 153"/>
              <a:gd name="T7" fmla="*/ 163 h 216"/>
              <a:gd name="T8" fmla="*/ 130 w 153"/>
              <a:gd name="T9" fmla="*/ 180 h 216"/>
              <a:gd name="T10" fmla="*/ 150 w 153"/>
              <a:gd name="T11" fmla="*/ 203 h 216"/>
              <a:gd name="T12" fmla="*/ 143 w 153"/>
              <a:gd name="T13" fmla="*/ 215 h 216"/>
              <a:gd name="T14" fmla="*/ 134 w 153"/>
              <a:gd name="T15" fmla="*/ 215 h 216"/>
              <a:gd name="T16" fmla="*/ 95 w 153"/>
              <a:gd name="T17" fmla="*/ 205 h 216"/>
              <a:gd name="T18" fmla="*/ 32 w 153"/>
              <a:gd name="T19" fmla="*/ 169 h 216"/>
              <a:gd name="T20" fmla="*/ 24 w 153"/>
              <a:gd name="T21" fmla="*/ 162 h 216"/>
              <a:gd name="T22" fmla="*/ 9 w 153"/>
              <a:gd name="T23" fmla="*/ 149 h 216"/>
              <a:gd name="T24" fmla="*/ 3 w 153"/>
              <a:gd name="T25" fmla="*/ 144 h 216"/>
              <a:gd name="T26" fmla="*/ 3 w 153"/>
              <a:gd name="T27" fmla="*/ 137 h 216"/>
              <a:gd name="T28" fmla="*/ 14 w 153"/>
              <a:gd name="T29" fmla="*/ 124 h 216"/>
              <a:gd name="T30" fmla="*/ 41 w 153"/>
              <a:gd name="T31" fmla="*/ 74 h 216"/>
              <a:gd name="T32" fmla="*/ 57 w 153"/>
              <a:gd name="T33" fmla="*/ 54 h 216"/>
              <a:gd name="T34" fmla="*/ 88 w 153"/>
              <a:gd name="T35" fmla="*/ 22 h 216"/>
              <a:gd name="T36" fmla="*/ 110 w 153"/>
              <a:gd name="T37" fmla="*/ 5 h 216"/>
              <a:gd name="T38" fmla="*/ 116 w 153"/>
              <a:gd name="T39" fmla="*/ 2 h 216"/>
              <a:gd name="T40" fmla="*/ 123 w 153"/>
              <a:gd name="T41" fmla="*/ 6 h 216"/>
              <a:gd name="T42" fmla="*/ 123 w 153"/>
              <a:gd name="T43" fmla="*/ 14 h 216"/>
              <a:gd name="T44" fmla="*/ 115 w 153"/>
              <a:gd name="T45" fmla="*/ 38 h 216"/>
              <a:gd name="T46" fmla="*/ 96 w 153"/>
              <a:gd name="T47" fmla="*/ 69 h 216"/>
              <a:gd name="T48" fmla="*/ 68 w 153"/>
              <a:gd name="T49" fmla="*/ 101 h 216"/>
              <a:gd name="T50" fmla="*/ 54 w 153"/>
              <a:gd name="T51" fmla="*/ 115 h 216"/>
              <a:gd name="T52" fmla="*/ 22 w 153"/>
              <a:gd name="T53" fmla="*/ 137 h 216"/>
              <a:gd name="T54" fmla="*/ 21 w 153"/>
              <a:gd name="T55" fmla="*/ 138 h 216"/>
              <a:gd name="T56" fmla="*/ 20 w 153"/>
              <a:gd name="T57" fmla="*/ 13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216">
                <a:moveTo>
                  <a:pt x="20" y="139"/>
                </a:moveTo>
                <a:cubicBezTo>
                  <a:pt x="23" y="140"/>
                  <a:pt x="26" y="140"/>
                  <a:pt x="29" y="140"/>
                </a:cubicBezTo>
                <a:cubicBezTo>
                  <a:pt x="40" y="142"/>
                  <a:pt x="51" y="145"/>
                  <a:pt x="62" y="149"/>
                </a:cubicBezTo>
                <a:cubicBezTo>
                  <a:pt x="74" y="154"/>
                  <a:pt x="85" y="158"/>
                  <a:pt x="97" y="163"/>
                </a:cubicBezTo>
                <a:cubicBezTo>
                  <a:pt x="109" y="167"/>
                  <a:pt x="120" y="172"/>
                  <a:pt x="130" y="180"/>
                </a:cubicBezTo>
                <a:cubicBezTo>
                  <a:pt x="138" y="187"/>
                  <a:pt x="145" y="194"/>
                  <a:pt x="150" y="203"/>
                </a:cubicBezTo>
                <a:cubicBezTo>
                  <a:pt x="153" y="210"/>
                  <a:pt x="151" y="214"/>
                  <a:pt x="143" y="215"/>
                </a:cubicBezTo>
                <a:cubicBezTo>
                  <a:pt x="140" y="216"/>
                  <a:pt x="137" y="216"/>
                  <a:pt x="134" y="215"/>
                </a:cubicBezTo>
                <a:cubicBezTo>
                  <a:pt x="120" y="214"/>
                  <a:pt x="107" y="210"/>
                  <a:pt x="95" y="205"/>
                </a:cubicBezTo>
                <a:cubicBezTo>
                  <a:pt x="72" y="196"/>
                  <a:pt x="51" y="184"/>
                  <a:pt x="32" y="169"/>
                </a:cubicBezTo>
                <a:cubicBezTo>
                  <a:pt x="29" y="167"/>
                  <a:pt x="27" y="164"/>
                  <a:pt x="24" y="162"/>
                </a:cubicBezTo>
                <a:cubicBezTo>
                  <a:pt x="19" y="158"/>
                  <a:pt x="14" y="153"/>
                  <a:pt x="9" y="149"/>
                </a:cubicBezTo>
                <a:cubicBezTo>
                  <a:pt x="7" y="147"/>
                  <a:pt x="5" y="145"/>
                  <a:pt x="3" y="144"/>
                </a:cubicBezTo>
                <a:cubicBezTo>
                  <a:pt x="0" y="143"/>
                  <a:pt x="0" y="139"/>
                  <a:pt x="3" y="137"/>
                </a:cubicBezTo>
                <a:cubicBezTo>
                  <a:pt x="9" y="135"/>
                  <a:pt x="12" y="130"/>
                  <a:pt x="14" y="124"/>
                </a:cubicBezTo>
                <a:cubicBezTo>
                  <a:pt x="20" y="106"/>
                  <a:pt x="29" y="89"/>
                  <a:pt x="41" y="74"/>
                </a:cubicBezTo>
                <a:cubicBezTo>
                  <a:pt x="47" y="67"/>
                  <a:pt x="51" y="60"/>
                  <a:pt x="57" y="54"/>
                </a:cubicBezTo>
                <a:cubicBezTo>
                  <a:pt x="66" y="43"/>
                  <a:pt x="76" y="32"/>
                  <a:pt x="88" y="22"/>
                </a:cubicBezTo>
                <a:cubicBezTo>
                  <a:pt x="95" y="16"/>
                  <a:pt x="102" y="10"/>
                  <a:pt x="110" y="5"/>
                </a:cubicBezTo>
                <a:cubicBezTo>
                  <a:pt x="112" y="4"/>
                  <a:pt x="114" y="3"/>
                  <a:pt x="116" y="2"/>
                </a:cubicBezTo>
                <a:cubicBezTo>
                  <a:pt x="120" y="0"/>
                  <a:pt x="123" y="2"/>
                  <a:pt x="123" y="6"/>
                </a:cubicBezTo>
                <a:cubicBezTo>
                  <a:pt x="124" y="9"/>
                  <a:pt x="123" y="12"/>
                  <a:pt x="123" y="14"/>
                </a:cubicBezTo>
                <a:cubicBezTo>
                  <a:pt x="121" y="22"/>
                  <a:pt x="118" y="30"/>
                  <a:pt x="115" y="38"/>
                </a:cubicBezTo>
                <a:cubicBezTo>
                  <a:pt x="109" y="49"/>
                  <a:pt x="104" y="59"/>
                  <a:pt x="96" y="69"/>
                </a:cubicBezTo>
                <a:cubicBezTo>
                  <a:pt x="87" y="80"/>
                  <a:pt x="78" y="91"/>
                  <a:pt x="68" y="101"/>
                </a:cubicBezTo>
                <a:cubicBezTo>
                  <a:pt x="63" y="106"/>
                  <a:pt x="59" y="110"/>
                  <a:pt x="54" y="115"/>
                </a:cubicBezTo>
                <a:cubicBezTo>
                  <a:pt x="45" y="124"/>
                  <a:pt x="34" y="131"/>
                  <a:pt x="22" y="137"/>
                </a:cubicBezTo>
                <a:cubicBezTo>
                  <a:pt x="22" y="138"/>
                  <a:pt x="21" y="138"/>
                  <a:pt x="21" y="138"/>
                </a:cubicBezTo>
                <a:cubicBezTo>
                  <a:pt x="21" y="138"/>
                  <a:pt x="21" y="139"/>
                  <a:pt x="20" y="139"/>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8" name="Freeform 57"/>
          <p:cNvSpPr/>
          <p:nvPr>
            <p:custDataLst>
              <p:tags r:id="rId50"/>
            </p:custDataLst>
          </p:nvPr>
        </p:nvSpPr>
        <p:spPr bwMode="auto">
          <a:xfrm>
            <a:off x="1685247" y="4219650"/>
            <a:ext cx="141583" cy="141075"/>
          </a:xfrm>
          <a:custGeom>
            <a:avLst/>
            <a:gdLst>
              <a:gd name="T0" fmla="*/ 25 w 160"/>
              <a:gd name="T1" fmla="*/ 123 h 184"/>
              <a:gd name="T2" fmla="*/ 28 w 160"/>
              <a:gd name="T3" fmla="*/ 123 h 184"/>
              <a:gd name="T4" fmla="*/ 61 w 160"/>
              <a:gd name="T5" fmla="*/ 123 h 184"/>
              <a:gd name="T6" fmla="*/ 99 w 160"/>
              <a:gd name="T7" fmla="*/ 131 h 184"/>
              <a:gd name="T8" fmla="*/ 145 w 160"/>
              <a:gd name="T9" fmla="*/ 159 h 184"/>
              <a:gd name="T10" fmla="*/ 156 w 160"/>
              <a:gd name="T11" fmla="*/ 169 h 184"/>
              <a:gd name="T12" fmla="*/ 154 w 160"/>
              <a:gd name="T13" fmla="*/ 179 h 184"/>
              <a:gd name="T14" fmla="*/ 151 w 160"/>
              <a:gd name="T15" fmla="*/ 180 h 184"/>
              <a:gd name="T16" fmla="*/ 120 w 160"/>
              <a:gd name="T17" fmla="*/ 182 h 184"/>
              <a:gd name="T18" fmla="*/ 92 w 160"/>
              <a:gd name="T19" fmla="*/ 173 h 184"/>
              <a:gd name="T20" fmla="*/ 53 w 160"/>
              <a:gd name="T21" fmla="*/ 154 h 184"/>
              <a:gd name="T22" fmla="*/ 38 w 160"/>
              <a:gd name="T23" fmla="*/ 145 h 184"/>
              <a:gd name="T24" fmla="*/ 9 w 160"/>
              <a:gd name="T25" fmla="*/ 133 h 184"/>
              <a:gd name="T26" fmla="*/ 4 w 160"/>
              <a:gd name="T27" fmla="*/ 132 h 184"/>
              <a:gd name="T28" fmla="*/ 2 w 160"/>
              <a:gd name="T29" fmla="*/ 126 h 184"/>
              <a:gd name="T30" fmla="*/ 7 w 160"/>
              <a:gd name="T31" fmla="*/ 118 h 184"/>
              <a:gd name="T32" fmla="*/ 16 w 160"/>
              <a:gd name="T33" fmla="*/ 105 h 184"/>
              <a:gd name="T34" fmla="*/ 36 w 160"/>
              <a:gd name="T35" fmla="*/ 60 h 184"/>
              <a:gd name="T36" fmla="*/ 51 w 160"/>
              <a:gd name="T37" fmla="*/ 33 h 184"/>
              <a:gd name="T38" fmla="*/ 85 w 160"/>
              <a:gd name="T39" fmla="*/ 4 h 184"/>
              <a:gd name="T40" fmla="*/ 94 w 160"/>
              <a:gd name="T41" fmla="*/ 1 h 184"/>
              <a:gd name="T42" fmla="*/ 102 w 160"/>
              <a:gd name="T43" fmla="*/ 8 h 184"/>
              <a:gd name="T44" fmla="*/ 98 w 160"/>
              <a:gd name="T45" fmla="*/ 20 h 184"/>
              <a:gd name="T46" fmla="*/ 83 w 160"/>
              <a:gd name="T47" fmla="*/ 49 h 184"/>
              <a:gd name="T48" fmla="*/ 73 w 160"/>
              <a:gd name="T49" fmla="*/ 66 h 184"/>
              <a:gd name="T50" fmla="*/ 51 w 160"/>
              <a:gd name="T51" fmla="*/ 95 h 184"/>
              <a:gd name="T52" fmla="*/ 38 w 160"/>
              <a:gd name="T53" fmla="*/ 111 h 184"/>
              <a:gd name="T54" fmla="*/ 28 w 160"/>
              <a:gd name="T55" fmla="*/ 119 h 184"/>
              <a:gd name="T56" fmla="*/ 24 w 160"/>
              <a:gd name="T57" fmla="*/ 122 h 184"/>
              <a:gd name="T58" fmla="*/ 25 w 160"/>
              <a:gd name="T59" fmla="*/ 12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84">
                <a:moveTo>
                  <a:pt x="25" y="123"/>
                </a:moveTo>
                <a:cubicBezTo>
                  <a:pt x="26" y="123"/>
                  <a:pt x="27" y="123"/>
                  <a:pt x="28" y="123"/>
                </a:cubicBezTo>
                <a:cubicBezTo>
                  <a:pt x="39" y="123"/>
                  <a:pt x="50" y="122"/>
                  <a:pt x="61" y="123"/>
                </a:cubicBezTo>
                <a:cubicBezTo>
                  <a:pt x="74" y="123"/>
                  <a:pt x="87" y="126"/>
                  <a:pt x="99" y="131"/>
                </a:cubicBezTo>
                <a:cubicBezTo>
                  <a:pt x="116" y="137"/>
                  <a:pt x="131" y="147"/>
                  <a:pt x="145" y="159"/>
                </a:cubicBezTo>
                <a:cubicBezTo>
                  <a:pt x="148" y="162"/>
                  <a:pt x="152" y="165"/>
                  <a:pt x="156" y="169"/>
                </a:cubicBezTo>
                <a:cubicBezTo>
                  <a:pt x="160" y="172"/>
                  <a:pt x="159" y="176"/>
                  <a:pt x="154" y="179"/>
                </a:cubicBezTo>
                <a:cubicBezTo>
                  <a:pt x="153" y="179"/>
                  <a:pt x="152" y="179"/>
                  <a:pt x="151" y="180"/>
                </a:cubicBezTo>
                <a:cubicBezTo>
                  <a:pt x="141" y="183"/>
                  <a:pt x="131" y="184"/>
                  <a:pt x="120" y="182"/>
                </a:cubicBezTo>
                <a:cubicBezTo>
                  <a:pt x="110" y="180"/>
                  <a:pt x="101" y="177"/>
                  <a:pt x="92" y="173"/>
                </a:cubicBezTo>
                <a:cubicBezTo>
                  <a:pt x="79" y="166"/>
                  <a:pt x="66" y="160"/>
                  <a:pt x="53" y="154"/>
                </a:cubicBezTo>
                <a:cubicBezTo>
                  <a:pt x="48" y="151"/>
                  <a:pt x="43" y="148"/>
                  <a:pt x="38" y="145"/>
                </a:cubicBezTo>
                <a:cubicBezTo>
                  <a:pt x="29" y="139"/>
                  <a:pt x="19" y="136"/>
                  <a:pt x="9" y="133"/>
                </a:cubicBezTo>
                <a:cubicBezTo>
                  <a:pt x="7" y="133"/>
                  <a:pt x="6" y="132"/>
                  <a:pt x="4" y="132"/>
                </a:cubicBezTo>
                <a:cubicBezTo>
                  <a:pt x="1" y="131"/>
                  <a:pt x="0" y="129"/>
                  <a:pt x="2" y="126"/>
                </a:cubicBezTo>
                <a:cubicBezTo>
                  <a:pt x="3" y="123"/>
                  <a:pt x="5" y="121"/>
                  <a:pt x="7" y="118"/>
                </a:cubicBezTo>
                <a:cubicBezTo>
                  <a:pt x="10" y="114"/>
                  <a:pt x="14" y="110"/>
                  <a:pt x="16" y="105"/>
                </a:cubicBezTo>
                <a:cubicBezTo>
                  <a:pt x="23" y="90"/>
                  <a:pt x="30" y="75"/>
                  <a:pt x="36" y="60"/>
                </a:cubicBezTo>
                <a:cubicBezTo>
                  <a:pt x="40" y="50"/>
                  <a:pt x="44" y="41"/>
                  <a:pt x="51" y="33"/>
                </a:cubicBezTo>
                <a:cubicBezTo>
                  <a:pt x="60" y="21"/>
                  <a:pt x="72" y="11"/>
                  <a:pt x="85" y="4"/>
                </a:cubicBezTo>
                <a:cubicBezTo>
                  <a:pt x="88" y="3"/>
                  <a:pt x="91" y="2"/>
                  <a:pt x="94" y="1"/>
                </a:cubicBezTo>
                <a:cubicBezTo>
                  <a:pt x="99" y="0"/>
                  <a:pt x="102" y="2"/>
                  <a:pt x="102" y="8"/>
                </a:cubicBezTo>
                <a:cubicBezTo>
                  <a:pt x="102" y="12"/>
                  <a:pt x="101" y="16"/>
                  <a:pt x="98" y="20"/>
                </a:cubicBezTo>
                <a:cubicBezTo>
                  <a:pt x="93" y="30"/>
                  <a:pt x="88" y="39"/>
                  <a:pt x="83" y="49"/>
                </a:cubicBezTo>
                <a:cubicBezTo>
                  <a:pt x="79" y="55"/>
                  <a:pt x="76" y="60"/>
                  <a:pt x="73" y="66"/>
                </a:cubicBezTo>
                <a:cubicBezTo>
                  <a:pt x="67" y="77"/>
                  <a:pt x="59" y="86"/>
                  <a:pt x="51" y="95"/>
                </a:cubicBezTo>
                <a:cubicBezTo>
                  <a:pt x="47" y="100"/>
                  <a:pt x="43" y="106"/>
                  <a:pt x="38" y="111"/>
                </a:cubicBezTo>
                <a:cubicBezTo>
                  <a:pt x="35" y="114"/>
                  <a:pt x="32" y="116"/>
                  <a:pt x="28" y="119"/>
                </a:cubicBezTo>
                <a:cubicBezTo>
                  <a:pt x="27" y="120"/>
                  <a:pt x="26" y="121"/>
                  <a:pt x="24" y="122"/>
                </a:cubicBezTo>
                <a:cubicBezTo>
                  <a:pt x="25" y="122"/>
                  <a:pt x="25" y="123"/>
                  <a:pt x="25" y="123"/>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49" name="Freeform 58"/>
          <p:cNvSpPr/>
          <p:nvPr>
            <p:custDataLst>
              <p:tags r:id="rId51"/>
            </p:custDataLst>
          </p:nvPr>
        </p:nvSpPr>
        <p:spPr bwMode="auto">
          <a:xfrm>
            <a:off x="1759571" y="4223507"/>
            <a:ext cx="106280" cy="70377"/>
          </a:xfrm>
          <a:custGeom>
            <a:avLst/>
            <a:gdLst>
              <a:gd name="T0" fmla="*/ 120 w 120"/>
              <a:gd name="T1" fmla="*/ 11 h 92"/>
              <a:gd name="T2" fmla="*/ 117 w 120"/>
              <a:gd name="T3" fmla="*/ 18 h 92"/>
              <a:gd name="T4" fmla="*/ 91 w 120"/>
              <a:gd name="T5" fmla="*/ 46 h 92"/>
              <a:gd name="T6" fmla="*/ 65 w 120"/>
              <a:gd name="T7" fmla="*/ 65 h 92"/>
              <a:gd name="T8" fmla="*/ 30 w 120"/>
              <a:gd name="T9" fmla="*/ 84 h 92"/>
              <a:gd name="T10" fmla="*/ 8 w 120"/>
              <a:gd name="T11" fmla="*/ 92 h 92"/>
              <a:gd name="T12" fmla="*/ 3 w 120"/>
              <a:gd name="T13" fmla="*/ 92 h 92"/>
              <a:gd name="T14" fmla="*/ 2 w 120"/>
              <a:gd name="T15" fmla="*/ 88 h 92"/>
              <a:gd name="T16" fmla="*/ 13 w 120"/>
              <a:gd name="T17" fmla="*/ 70 h 92"/>
              <a:gd name="T18" fmla="*/ 33 w 120"/>
              <a:gd name="T19" fmla="*/ 46 h 92"/>
              <a:gd name="T20" fmla="*/ 49 w 120"/>
              <a:gd name="T21" fmla="*/ 33 h 92"/>
              <a:gd name="T22" fmla="*/ 105 w 120"/>
              <a:gd name="T23" fmla="*/ 2 h 92"/>
              <a:gd name="T24" fmla="*/ 114 w 120"/>
              <a:gd name="T25" fmla="*/ 1 h 92"/>
              <a:gd name="T26" fmla="*/ 120 w 120"/>
              <a:gd name="T27" fmla="*/ 11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92">
                <a:moveTo>
                  <a:pt x="120" y="11"/>
                </a:moveTo>
                <a:cubicBezTo>
                  <a:pt x="119" y="12"/>
                  <a:pt x="119" y="16"/>
                  <a:pt x="117" y="18"/>
                </a:cubicBezTo>
                <a:cubicBezTo>
                  <a:pt x="110" y="29"/>
                  <a:pt x="101" y="39"/>
                  <a:pt x="91" y="46"/>
                </a:cubicBezTo>
                <a:cubicBezTo>
                  <a:pt x="82" y="53"/>
                  <a:pt x="74" y="59"/>
                  <a:pt x="65" y="65"/>
                </a:cubicBezTo>
                <a:cubicBezTo>
                  <a:pt x="54" y="73"/>
                  <a:pt x="43" y="79"/>
                  <a:pt x="30" y="84"/>
                </a:cubicBezTo>
                <a:cubicBezTo>
                  <a:pt x="23" y="87"/>
                  <a:pt x="15" y="89"/>
                  <a:pt x="8" y="92"/>
                </a:cubicBezTo>
                <a:cubicBezTo>
                  <a:pt x="6" y="92"/>
                  <a:pt x="5" y="92"/>
                  <a:pt x="3" y="92"/>
                </a:cubicBezTo>
                <a:cubicBezTo>
                  <a:pt x="1" y="92"/>
                  <a:pt x="0" y="90"/>
                  <a:pt x="2" y="88"/>
                </a:cubicBezTo>
                <a:cubicBezTo>
                  <a:pt x="6" y="82"/>
                  <a:pt x="9" y="75"/>
                  <a:pt x="13" y="70"/>
                </a:cubicBezTo>
                <a:cubicBezTo>
                  <a:pt x="19" y="61"/>
                  <a:pt x="25" y="53"/>
                  <a:pt x="33" y="46"/>
                </a:cubicBezTo>
                <a:cubicBezTo>
                  <a:pt x="38" y="41"/>
                  <a:pt x="44" y="37"/>
                  <a:pt x="49" y="33"/>
                </a:cubicBezTo>
                <a:cubicBezTo>
                  <a:pt x="66" y="19"/>
                  <a:pt x="85" y="9"/>
                  <a:pt x="105" y="2"/>
                </a:cubicBezTo>
                <a:cubicBezTo>
                  <a:pt x="108" y="1"/>
                  <a:pt x="111" y="0"/>
                  <a:pt x="114" y="1"/>
                </a:cubicBezTo>
                <a:cubicBezTo>
                  <a:pt x="118" y="2"/>
                  <a:pt x="120" y="5"/>
                  <a:pt x="120" y="11"/>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0" name="Freeform 59"/>
          <p:cNvSpPr/>
          <p:nvPr>
            <p:custDataLst>
              <p:tags r:id="rId52"/>
            </p:custDataLst>
          </p:nvPr>
        </p:nvSpPr>
        <p:spPr bwMode="auto">
          <a:xfrm>
            <a:off x="1383501" y="4279423"/>
            <a:ext cx="35303" cy="33099"/>
          </a:xfrm>
          <a:custGeom>
            <a:avLst/>
            <a:gdLst>
              <a:gd name="T0" fmla="*/ 0 w 40"/>
              <a:gd name="T1" fmla="*/ 19 h 43"/>
              <a:gd name="T2" fmla="*/ 5 w 40"/>
              <a:gd name="T3" fmla="*/ 10 h 43"/>
              <a:gd name="T4" fmla="*/ 12 w 40"/>
              <a:gd name="T5" fmla="*/ 4 h 43"/>
              <a:gd name="T6" fmla="*/ 31 w 40"/>
              <a:gd name="T7" fmla="*/ 7 h 43"/>
              <a:gd name="T8" fmla="*/ 35 w 40"/>
              <a:gd name="T9" fmla="*/ 30 h 43"/>
              <a:gd name="T10" fmla="*/ 6 w 40"/>
              <a:gd name="T11" fmla="*/ 35 h 43"/>
              <a:gd name="T12" fmla="*/ 1 w 40"/>
              <a:gd name="T13" fmla="*/ 29 h 43"/>
              <a:gd name="T14" fmla="*/ 0 w 40"/>
              <a:gd name="T15" fmla="*/ 26 h 43"/>
              <a:gd name="T16" fmla="*/ 0 w 40"/>
              <a:gd name="T17" fmla="*/ 1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3">
                <a:moveTo>
                  <a:pt x="0" y="19"/>
                </a:moveTo>
                <a:cubicBezTo>
                  <a:pt x="1" y="16"/>
                  <a:pt x="3" y="13"/>
                  <a:pt x="5" y="10"/>
                </a:cubicBezTo>
                <a:cubicBezTo>
                  <a:pt x="7" y="8"/>
                  <a:pt x="10" y="6"/>
                  <a:pt x="12" y="4"/>
                </a:cubicBezTo>
                <a:cubicBezTo>
                  <a:pt x="19" y="0"/>
                  <a:pt x="26" y="2"/>
                  <a:pt x="31" y="7"/>
                </a:cubicBezTo>
                <a:cubicBezTo>
                  <a:pt x="37" y="13"/>
                  <a:pt x="40" y="22"/>
                  <a:pt x="35" y="30"/>
                </a:cubicBezTo>
                <a:cubicBezTo>
                  <a:pt x="29" y="40"/>
                  <a:pt x="15" y="43"/>
                  <a:pt x="6" y="35"/>
                </a:cubicBezTo>
                <a:cubicBezTo>
                  <a:pt x="4" y="34"/>
                  <a:pt x="3" y="31"/>
                  <a:pt x="1" y="29"/>
                </a:cubicBezTo>
                <a:cubicBezTo>
                  <a:pt x="1" y="28"/>
                  <a:pt x="0" y="27"/>
                  <a:pt x="0" y="26"/>
                </a:cubicBezTo>
                <a:cubicBezTo>
                  <a:pt x="0" y="24"/>
                  <a:pt x="0" y="21"/>
                  <a:pt x="0" y="19"/>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1" name="Freeform 60"/>
          <p:cNvSpPr/>
          <p:nvPr>
            <p:custDataLst>
              <p:tags r:id="rId53"/>
            </p:custDataLst>
          </p:nvPr>
        </p:nvSpPr>
        <p:spPr bwMode="auto">
          <a:xfrm>
            <a:off x="1555927" y="4415999"/>
            <a:ext cx="18581" cy="17032"/>
          </a:xfrm>
          <a:custGeom>
            <a:avLst/>
            <a:gdLst>
              <a:gd name="T0" fmla="*/ 7 w 21"/>
              <a:gd name="T1" fmla="*/ 22 h 22"/>
              <a:gd name="T2" fmla="*/ 7 w 21"/>
              <a:gd name="T3" fmla="*/ 22 h 22"/>
              <a:gd name="T4" fmla="*/ 1 w 21"/>
              <a:gd name="T5" fmla="*/ 12 h 22"/>
              <a:gd name="T6" fmla="*/ 8 w 21"/>
              <a:gd name="T7" fmla="*/ 2 h 22"/>
              <a:gd name="T8" fmla="*/ 20 w 21"/>
              <a:gd name="T9" fmla="*/ 4 h 22"/>
              <a:gd name="T10" fmla="*/ 21 w 21"/>
              <a:gd name="T11" fmla="*/ 7 h 22"/>
              <a:gd name="T12" fmla="*/ 20 w 21"/>
              <a:gd name="T13" fmla="*/ 17 h 22"/>
              <a:gd name="T14" fmla="*/ 16 w 21"/>
              <a:gd name="T15" fmla="*/ 20 h 22"/>
              <a:gd name="T16" fmla="*/ 13 w 21"/>
              <a:gd name="T17" fmla="*/ 22 h 22"/>
              <a:gd name="T18" fmla="*/ 7 w 21"/>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2">
                <a:moveTo>
                  <a:pt x="7" y="22"/>
                </a:moveTo>
                <a:cubicBezTo>
                  <a:pt x="7" y="22"/>
                  <a:pt x="7" y="22"/>
                  <a:pt x="7" y="22"/>
                </a:cubicBezTo>
                <a:cubicBezTo>
                  <a:pt x="3" y="20"/>
                  <a:pt x="0" y="16"/>
                  <a:pt x="1" y="12"/>
                </a:cubicBezTo>
                <a:cubicBezTo>
                  <a:pt x="1" y="7"/>
                  <a:pt x="4" y="4"/>
                  <a:pt x="8" y="2"/>
                </a:cubicBezTo>
                <a:cubicBezTo>
                  <a:pt x="12" y="0"/>
                  <a:pt x="17" y="0"/>
                  <a:pt x="20" y="4"/>
                </a:cubicBezTo>
                <a:cubicBezTo>
                  <a:pt x="20" y="5"/>
                  <a:pt x="21" y="6"/>
                  <a:pt x="21" y="7"/>
                </a:cubicBezTo>
                <a:cubicBezTo>
                  <a:pt x="21" y="10"/>
                  <a:pt x="21" y="14"/>
                  <a:pt x="20" y="17"/>
                </a:cubicBezTo>
                <a:cubicBezTo>
                  <a:pt x="19" y="18"/>
                  <a:pt x="18" y="19"/>
                  <a:pt x="16" y="20"/>
                </a:cubicBezTo>
                <a:cubicBezTo>
                  <a:pt x="15" y="21"/>
                  <a:pt x="14" y="22"/>
                  <a:pt x="13" y="22"/>
                </a:cubicBezTo>
                <a:cubicBezTo>
                  <a:pt x="11" y="22"/>
                  <a:pt x="9" y="22"/>
                  <a:pt x="7" y="22"/>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2" name="Freeform 61"/>
          <p:cNvSpPr/>
          <p:nvPr>
            <p:custDataLst>
              <p:tags r:id="rId54"/>
            </p:custDataLst>
          </p:nvPr>
        </p:nvSpPr>
        <p:spPr bwMode="auto">
          <a:xfrm>
            <a:off x="1815311" y="4293241"/>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3" name="Freeform 62"/>
          <p:cNvSpPr/>
          <p:nvPr>
            <p:custDataLst>
              <p:tags r:id="rId55"/>
            </p:custDataLst>
          </p:nvPr>
        </p:nvSpPr>
        <p:spPr bwMode="auto">
          <a:xfrm>
            <a:off x="1744705" y="4370688"/>
            <a:ext cx="37161" cy="29243"/>
          </a:xfrm>
          <a:custGeom>
            <a:avLst/>
            <a:gdLst>
              <a:gd name="T0" fmla="*/ 42 w 42"/>
              <a:gd name="T1" fmla="*/ 16 h 38"/>
              <a:gd name="T2" fmla="*/ 20 w 42"/>
              <a:gd name="T3" fmla="*/ 37 h 38"/>
              <a:gd name="T4" fmla="*/ 3 w 42"/>
              <a:gd name="T5" fmla="*/ 13 h 38"/>
              <a:gd name="T6" fmla="*/ 10 w 42"/>
              <a:gd name="T7" fmla="*/ 5 h 38"/>
              <a:gd name="T8" fmla="*/ 28 w 42"/>
              <a:gd name="T9" fmla="*/ 1 h 38"/>
              <a:gd name="T10" fmla="*/ 41 w 42"/>
              <a:gd name="T11" fmla="*/ 10 h 38"/>
              <a:gd name="T12" fmla="*/ 42 w 42"/>
              <a:gd name="T13" fmla="*/ 16 h 38"/>
            </a:gdLst>
            <a:ahLst/>
            <a:cxnLst>
              <a:cxn ang="0">
                <a:pos x="T0" y="T1"/>
              </a:cxn>
              <a:cxn ang="0">
                <a:pos x="T2" y="T3"/>
              </a:cxn>
              <a:cxn ang="0">
                <a:pos x="T4" y="T5"/>
              </a:cxn>
              <a:cxn ang="0">
                <a:pos x="T6" y="T7"/>
              </a:cxn>
              <a:cxn ang="0">
                <a:pos x="T8" y="T9"/>
              </a:cxn>
              <a:cxn ang="0">
                <a:pos x="T10" y="T11"/>
              </a:cxn>
              <a:cxn ang="0">
                <a:pos x="T12" y="T13"/>
              </a:cxn>
            </a:cxnLst>
            <a:rect l="0" t="0" r="r" b="b"/>
            <a:pathLst>
              <a:path w="42" h="38">
                <a:moveTo>
                  <a:pt x="42" y="16"/>
                </a:moveTo>
                <a:cubicBezTo>
                  <a:pt x="42" y="25"/>
                  <a:pt x="32" y="38"/>
                  <a:pt x="20" y="37"/>
                </a:cubicBezTo>
                <a:cubicBezTo>
                  <a:pt x="9" y="36"/>
                  <a:pt x="0" y="25"/>
                  <a:pt x="3" y="13"/>
                </a:cubicBezTo>
                <a:cubicBezTo>
                  <a:pt x="4" y="10"/>
                  <a:pt x="7" y="7"/>
                  <a:pt x="10" y="5"/>
                </a:cubicBezTo>
                <a:cubicBezTo>
                  <a:pt x="15" y="2"/>
                  <a:pt x="21" y="0"/>
                  <a:pt x="28" y="1"/>
                </a:cubicBezTo>
                <a:cubicBezTo>
                  <a:pt x="33" y="1"/>
                  <a:pt x="38" y="4"/>
                  <a:pt x="41" y="10"/>
                </a:cubicBezTo>
                <a:cubicBezTo>
                  <a:pt x="41" y="11"/>
                  <a:pt x="42" y="14"/>
                  <a:pt x="42" y="1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4" name="Freeform 63"/>
          <p:cNvSpPr/>
          <p:nvPr>
            <p:custDataLst>
              <p:tags r:id="rId56"/>
            </p:custDataLst>
          </p:nvPr>
        </p:nvSpPr>
        <p:spPr bwMode="auto">
          <a:xfrm>
            <a:off x="1636566" y="4204868"/>
            <a:ext cx="30844" cy="26994"/>
          </a:xfrm>
          <a:custGeom>
            <a:avLst/>
            <a:gdLst>
              <a:gd name="T0" fmla="*/ 16 w 35"/>
              <a:gd name="T1" fmla="*/ 34 h 35"/>
              <a:gd name="T2" fmla="*/ 1 w 35"/>
              <a:gd name="T3" fmla="*/ 21 h 35"/>
              <a:gd name="T4" fmla="*/ 1 w 35"/>
              <a:gd name="T5" fmla="*/ 19 h 35"/>
              <a:gd name="T6" fmla="*/ 16 w 35"/>
              <a:gd name="T7" fmla="*/ 2 h 35"/>
              <a:gd name="T8" fmla="*/ 34 w 35"/>
              <a:gd name="T9" fmla="*/ 16 h 35"/>
              <a:gd name="T10" fmla="*/ 16 w 35"/>
              <a:gd name="T11" fmla="*/ 34 h 35"/>
            </a:gdLst>
            <a:ahLst/>
            <a:cxnLst>
              <a:cxn ang="0">
                <a:pos x="T0" y="T1"/>
              </a:cxn>
              <a:cxn ang="0">
                <a:pos x="T2" y="T3"/>
              </a:cxn>
              <a:cxn ang="0">
                <a:pos x="T4" y="T5"/>
              </a:cxn>
              <a:cxn ang="0">
                <a:pos x="T6" y="T7"/>
              </a:cxn>
              <a:cxn ang="0">
                <a:pos x="T8" y="T9"/>
              </a:cxn>
              <a:cxn ang="0">
                <a:pos x="T10" y="T11"/>
              </a:cxn>
            </a:cxnLst>
            <a:rect l="0" t="0" r="r" b="b"/>
            <a:pathLst>
              <a:path w="35" h="35">
                <a:moveTo>
                  <a:pt x="16" y="34"/>
                </a:moveTo>
                <a:cubicBezTo>
                  <a:pt x="7" y="35"/>
                  <a:pt x="2" y="29"/>
                  <a:pt x="1" y="21"/>
                </a:cubicBezTo>
                <a:cubicBezTo>
                  <a:pt x="1" y="21"/>
                  <a:pt x="0" y="20"/>
                  <a:pt x="1" y="19"/>
                </a:cubicBezTo>
                <a:cubicBezTo>
                  <a:pt x="1" y="11"/>
                  <a:pt x="8" y="3"/>
                  <a:pt x="16" y="2"/>
                </a:cubicBezTo>
                <a:cubicBezTo>
                  <a:pt x="24" y="0"/>
                  <a:pt x="33" y="7"/>
                  <a:pt x="34" y="16"/>
                </a:cubicBezTo>
                <a:cubicBezTo>
                  <a:pt x="35" y="26"/>
                  <a:pt x="26" y="34"/>
                  <a:pt x="16" y="3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5" name="Freeform 64"/>
          <p:cNvSpPr/>
          <p:nvPr>
            <p:custDataLst>
              <p:tags r:id="rId57"/>
            </p:custDataLst>
          </p:nvPr>
        </p:nvSpPr>
        <p:spPr bwMode="auto">
          <a:xfrm>
            <a:off x="1787813" y="4204225"/>
            <a:ext cx="19695" cy="14461"/>
          </a:xfrm>
          <a:custGeom>
            <a:avLst/>
            <a:gdLst>
              <a:gd name="T0" fmla="*/ 10 w 22"/>
              <a:gd name="T1" fmla="*/ 18 h 19"/>
              <a:gd name="T2" fmla="*/ 2 w 22"/>
              <a:gd name="T3" fmla="*/ 7 h 19"/>
              <a:gd name="T4" fmla="*/ 11 w 22"/>
              <a:gd name="T5" fmla="*/ 0 h 19"/>
              <a:gd name="T6" fmla="*/ 21 w 22"/>
              <a:gd name="T7" fmla="*/ 5 h 19"/>
              <a:gd name="T8" fmla="*/ 21 w 22"/>
              <a:gd name="T9" fmla="*/ 12 h 19"/>
              <a:gd name="T10" fmla="*/ 10 w 22"/>
              <a:gd name="T11" fmla="*/ 18 h 19"/>
            </a:gdLst>
            <a:ahLst/>
            <a:cxnLst>
              <a:cxn ang="0">
                <a:pos x="T0" y="T1"/>
              </a:cxn>
              <a:cxn ang="0">
                <a:pos x="T2" y="T3"/>
              </a:cxn>
              <a:cxn ang="0">
                <a:pos x="T4" y="T5"/>
              </a:cxn>
              <a:cxn ang="0">
                <a:pos x="T6" y="T7"/>
              </a:cxn>
              <a:cxn ang="0">
                <a:pos x="T8" y="T9"/>
              </a:cxn>
              <a:cxn ang="0">
                <a:pos x="T10" y="T11"/>
              </a:cxn>
            </a:cxnLst>
            <a:rect l="0" t="0" r="r" b="b"/>
            <a:pathLst>
              <a:path w="22" h="19">
                <a:moveTo>
                  <a:pt x="10" y="18"/>
                </a:moveTo>
                <a:cubicBezTo>
                  <a:pt x="3" y="19"/>
                  <a:pt x="0" y="11"/>
                  <a:pt x="2" y="7"/>
                </a:cubicBezTo>
                <a:cubicBezTo>
                  <a:pt x="3" y="3"/>
                  <a:pt x="7" y="0"/>
                  <a:pt x="11" y="0"/>
                </a:cubicBezTo>
                <a:cubicBezTo>
                  <a:pt x="15" y="0"/>
                  <a:pt x="19" y="1"/>
                  <a:pt x="21" y="5"/>
                </a:cubicBezTo>
                <a:cubicBezTo>
                  <a:pt x="22" y="7"/>
                  <a:pt x="22" y="10"/>
                  <a:pt x="21" y="12"/>
                </a:cubicBezTo>
                <a:cubicBezTo>
                  <a:pt x="19" y="16"/>
                  <a:pt x="15" y="19"/>
                  <a:pt x="10" y="1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6" name="Freeform 65"/>
          <p:cNvSpPr/>
          <p:nvPr>
            <p:custDataLst>
              <p:tags r:id="rId58"/>
            </p:custDataLst>
          </p:nvPr>
        </p:nvSpPr>
        <p:spPr bwMode="auto">
          <a:xfrm>
            <a:off x="1377184" y="4287135"/>
            <a:ext cx="395021" cy="55273"/>
          </a:xfrm>
          <a:custGeom>
            <a:avLst/>
            <a:gdLst>
              <a:gd name="T0" fmla="*/ 120 w 446"/>
              <a:gd name="T1" fmla="*/ 72 h 72"/>
              <a:gd name="T2" fmla="*/ 79 w 446"/>
              <a:gd name="T3" fmla="*/ 70 h 72"/>
              <a:gd name="T4" fmla="*/ 43 w 446"/>
              <a:gd name="T5" fmla="*/ 65 h 72"/>
              <a:gd name="T6" fmla="*/ 12 w 446"/>
              <a:gd name="T7" fmla="*/ 57 h 72"/>
              <a:gd name="T8" fmla="*/ 4 w 446"/>
              <a:gd name="T9" fmla="*/ 54 h 72"/>
              <a:gd name="T10" fmla="*/ 2 w 446"/>
              <a:gd name="T11" fmla="*/ 52 h 72"/>
              <a:gd name="T12" fmla="*/ 2 w 446"/>
              <a:gd name="T13" fmla="*/ 47 h 72"/>
              <a:gd name="T14" fmla="*/ 5 w 446"/>
              <a:gd name="T15" fmla="*/ 46 h 72"/>
              <a:gd name="T16" fmla="*/ 6 w 446"/>
              <a:gd name="T17" fmla="*/ 46 h 72"/>
              <a:gd name="T18" fmla="*/ 53 w 446"/>
              <a:gd name="T19" fmla="*/ 59 h 72"/>
              <a:gd name="T20" fmla="*/ 81 w 446"/>
              <a:gd name="T21" fmla="*/ 62 h 72"/>
              <a:gd name="T22" fmla="*/ 122 w 446"/>
              <a:gd name="T23" fmla="*/ 64 h 72"/>
              <a:gd name="T24" fmla="*/ 152 w 446"/>
              <a:gd name="T25" fmla="*/ 62 h 72"/>
              <a:gd name="T26" fmla="*/ 177 w 446"/>
              <a:gd name="T27" fmla="*/ 61 h 72"/>
              <a:gd name="T28" fmla="*/ 206 w 446"/>
              <a:gd name="T29" fmla="*/ 59 h 72"/>
              <a:gd name="T30" fmla="*/ 222 w 446"/>
              <a:gd name="T31" fmla="*/ 58 h 72"/>
              <a:gd name="T32" fmla="*/ 237 w 446"/>
              <a:gd name="T33" fmla="*/ 57 h 72"/>
              <a:gd name="T34" fmla="*/ 263 w 446"/>
              <a:gd name="T35" fmla="*/ 54 h 72"/>
              <a:gd name="T36" fmla="*/ 283 w 446"/>
              <a:gd name="T37" fmla="*/ 51 h 72"/>
              <a:gd name="T38" fmla="*/ 324 w 446"/>
              <a:gd name="T39" fmla="*/ 43 h 72"/>
              <a:gd name="T40" fmla="*/ 363 w 446"/>
              <a:gd name="T41" fmla="*/ 32 h 72"/>
              <a:gd name="T42" fmla="*/ 422 w 446"/>
              <a:gd name="T43" fmla="*/ 9 h 72"/>
              <a:gd name="T44" fmla="*/ 440 w 446"/>
              <a:gd name="T45" fmla="*/ 1 h 72"/>
              <a:gd name="T46" fmla="*/ 445 w 446"/>
              <a:gd name="T47" fmla="*/ 2 h 72"/>
              <a:gd name="T48" fmla="*/ 444 w 446"/>
              <a:gd name="T49" fmla="*/ 7 h 72"/>
              <a:gd name="T50" fmla="*/ 438 w 446"/>
              <a:gd name="T51" fmla="*/ 10 h 72"/>
              <a:gd name="T52" fmla="*/ 381 w 446"/>
              <a:gd name="T53" fmla="*/ 35 h 72"/>
              <a:gd name="T54" fmla="*/ 307 w 446"/>
              <a:gd name="T55" fmla="*/ 55 h 72"/>
              <a:gd name="T56" fmla="*/ 266 w 446"/>
              <a:gd name="T57" fmla="*/ 62 h 72"/>
              <a:gd name="T58" fmla="*/ 239 w 446"/>
              <a:gd name="T59" fmla="*/ 65 h 72"/>
              <a:gd name="T60" fmla="*/ 207 w 446"/>
              <a:gd name="T61" fmla="*/ 67 h 72"/>
              <a:gd name="T62" fmla="*/ 192 w 446"/>
              <a:gd name="T63" fmla="*/ 68 h 72"/>
              <a:gd name="T64" fmla="*/ 161 w 446"/>
              <a:gd name="T65" fmla="*/ 70 h 72"/>
              <a:gd name="T66" fmla="*/ 149 w 446"/>
              <a:gd name="T67" fmla="*/ 71 h 72"/>
              <a:gd name="T68" fmla="*/ 120 w 446"/>
              <a:gd name="T6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6" h="72">
                <a:moveTo>
                  <a:pt x="120" y="72"/>
                </a:moveTo>
                <a:cubicBezTo>
                  <a:pt x="109" y="72"/>
                  <a:pt x="94" y="72"/>
                  <a:pt x="79" y="70"/>
                </a:cubicBezTo>
                <a:cubicBezTo>
                  <a:pt x="67" y="69"/>
                  <a:pt x="55" y="68"/>
                  <a:pt x="43" y="65"/>
                </a:cubicBezTo>
                <a:cubicBezTo>
                  <a:pt x="33" y="63"/>
                  <a:pt x="22" y="60"/>
                  <a:pt x="12" y="57"/>
                </a:cubicBezTo>
                <a:cubicBezTo>
                  <a:pt x="9" y="56"/>
                  <a:pt x="7" y="55"/>
                  <a:pt x="4" y="54"/>
                </a:cubicBezTo>
                <a:cubicBezTo>
                  <a:pt x="3" y="53"/>
                  <a:pt x="2" y="53"/>
                  <a:pt x="2" y="52"/>
                </a:cubicBezTo>
                <a:cubicBezTo>
                  <a:pt x="1" y="50"/>
                  <a:pt x="0" y="49"/>
                  <a:pt x="2" y="47"/>
                </a:cubicBezTo>
                <a:cubicBezTo>
                  <a:pt x="3" y="46"/>
                  <a:pt x="4" y="46"/>
                  <a:pt x="5" y="46"/>
                </a:cubicBezTo>
                <a:cubicBezTo>
                  <a:pt x="6" y="46"/>
                  <a:pt x="6" y="46"/>
                  <a:pt x="6" y="46"/>
                </a:cubicBezTo>
                <a:cubicBezTo>
                  <a:pt x="21" y="53"/>
                  <a:pt x="37" y="56"/>
                  <a:pt x="53" y="59"/>
                </a:cubicBezTo>
                <a:cubicBezTo>
                  <a:pt x="62" y="61"/>
                  <a:pt x="71" y="61"/>
                  <a:pt x="81" y="62"/>
                </a:cubicBezTo>
                <a:cubicBezTo>
                  <a:pt x="94" y="64"/>
                  <a:pt x="108" y="64"/>
                  <a:pt x="122" y="64"/>
                </a:cubicBezTo>
                <a:cubicBezTo>
                  <a:pt x="132" y="64"/>
                  <a:pt x="142" y="63"/>
                  <a:pt x="152" y="62"/>
                </a:cubicBezTo>
                <a:cubicBezTo>
                  <a:pt x="160" y="62"/>
                  <a:pt x="169" y="61"/>
                  <a:pt x="177" y="61"/>
                </a:cubicBezTo>
                <a:cubicBezTo>
                  <a:pt x="187" y="60"/>
                  <a:pt x="196" y="59"/>
                  <a:pt x="206" y="59"/>
                </a:cubicBezTo>
                <a:cubicBezTo>
                  <a:pt x="211" y="58"/>
                  <a:pt x="217" y="58"/>
                  <a:pt x="222" y="58"/>
                </a:cubicBezTo>
                <a:cubicBezTo>
                  <a:pt x="227" y="58"/>
                  <a:pt x="232" y="57"/>
                  <a:pt x="237" y="57"/>
                </a:cubicBezTo>
                <a:cubicBezTo>
                  <a:pt x="246" y="56"/>
                  <a:pt x="255" y="55"/>
                  <a:pt x="263" y="54"/>
                </a:cubicBezTo>
                <a:cubicBezTo>
                  <a:pt x="270" y="53"/>
                  <a:pt x="277" y="52"/>
                  <a:pt x="283" y="51"/>
                </a:cubicBezTo>
                <a:cubicBezTo>
                  <a:pt x="297" y="48"/>
                  <a:pt x="311" y="46"/>
                  <a:pt x="324" y="43"/>
                </a:cubicBezTo>
                <a:cubicBezTo>
                  <a:pt x="337" y="40"/>
                  <a:pt x="350" y="36"/>
                  <a:pt x="363" y="32"/>
                </a:cubicBezTo>
                <a:cubicBezTo>
                  <a:pt x="383" y="26"/>
                  <a:pt x="403" y="19"/>
                  <a:pt x="422" y="9"/>
                </a:cubicBezTo>
                <a:cubicBezTo>
                  <a:pt x="428" y="7"/>
                  <a:pt x="434" y="4"/>
                  <a:pt x="440" y="1"/>
                </a:cubicBezTo>
                <a:cubicBezTo>
                  <a:pt x="442" y="0"/>
                  <a:pt x="444" y="1"/>
                  <a:pt x="445" y="2"/>
                </a:cubicBezTo>
                <a:cubicBezTo>
                  <a:pt x="446" y="4"/>
                  <a:pt x="446" y="5"/>
                  <a:pt x="444" y="7"/>
                </a:cubicBezTo>
                <a:cubicBezTo>
                  <a:pt x="442" y="8"/>
                  <a:pt x="440" y="10"/>
                  <a:pt x="438" y="10"/>
                </a:cubicBezTo>
                <a:cubicBezTo>
                  <a:pt x="420" y="20"/>
                  <a:pt x="401" y="28"/>
                  <a:pt x="381" y="35"/>
                </a:cubicBezTo>
                <a:cubicBezTo>
                  <a:pt x="357" y="43"/>
                  <a:pt x="332" y="50"/>
                  <a:pt x="307" y="55"/>
                </a:cubicBezTo>
                <a:cubicBezTo>
                  <a:pt x="293" y="58"/>
                  <a:pt x="280" y="60"/>
                  <a:pt x="266" y="62"/>
                </a:cubicBezTo>
                <a:cubicBezTo>
                  <a:pt x="257" y="63"/>
                  <a:pt x="248" y="64"/>
                  <a:pt x="239" y="65"/>
                </a:cubicBezTo>
                <a:cubicBezTo>
                  <a:pt x="228" y="66"/>
                  <a:pt x="218" y="66"/>
                  <a:pt x="207" y="67"/>
                </a:cubicBezTo>
                <a:cubicBezTo>
                  <a:pt x="202" y="68"/>
                  <a:pt x="197" y="68"/>
                  <a:pt x="192" y="68"/>
                </a:cubicBezTo>
                <a:cubicBezTo>
                  <a:pt x="182" y="69"/>
                  <a:pt x="172" y="70"/>
                  <a:pt x="161" y="70"/>
                </a:cubicBezTo>
                <a:cubicBezTo>
                  <a:pt x="157" y="71"/>
                  <a:pt x="153" y="71"/>
                  <a:pt x="149" y="71"/>
                </a:cubicBezTo>
                <a:cubicBezTo>
                  <a:pt x="141" y="71"/>
                  <a:pt x="132" y="72"/>
                  <a:pt x="120" y="72"/>
                </a:cubicBezTo>
                <a:close/>
              </a:path>
            </a:pathLst>
          </a:custGeom>
          <a:solidFill>
            <a:srgbClr val="3F25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7" name="Freeform 61"/>
          <p:cNvSpPr/>
          <p:nvPr>
            <p:custDataLst>
              <p:tags r:id="rId59"/>
            </p:custDataLst>
          </p:nvPr>
        </p:nvSpPr>
        <p:spPr bwMode="auto">
          <a:xfrm>
            <a:off x="1864853" y="4070579"/>
            <a:ext cx="27352"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8" name="Freeform 61"/>
          <p:cNvSpPr/>
          <p:nvPr>
            <p:custDataLst>
              <p:tags r:id="rId60"/>
            </p:custDataLst>
          </p:nvPr>
        </p:nvSpPr>
        <p:spPr bwMode="auto">
          <a:xfrm>
            <a:off x="1303128" y="4117577"/>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59" name="Freeform 61"/>
          <p:cNvSpPr/>
          <p:nvPr>
            <p:custDataLst>
              <p:tags r:id="rId61"/>
            </p:custDataLst>
          </p:nvPr>
        </p:nvSpPr>
        <p:spPr bwMode="auto">
          <a:xfrm>
            <a:off x="1830831" y="3988021"/>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60" name="Freeform 61"/>
          <p:cNvSpPr/>
          <p:nvPr>
            <p:custDataLst>
              <p:tags r:id="rId62"/>
            </p:custDataLst>
          </p:nvPr>
        </p:nvSpPr>
        <p:spPr bwMode="auto">
          <a:xfrm>
            <a:off x="1829517" y="4139900"/>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61" name="Freeform 61"/>
          <p:cNvSpPr/>
          <p:nvPr>
            <p:custDataLst>
              <p:tags r:id="rId63"/>
            </p:custDataLst>
          </p:nvPr>
        </p:nvSpPr>
        <p:spPr bwMode="auto">
          <a:xfrm>
            <a:off x="1357412" y="4188516"/>
            <a:ext cx="25398"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62" name="Freeform 61"/>
          <p:cNvSpPr/>
          <p:nvPr>
            <p:custDataLst>
              <p:tags r:id="rId64"/>
            </p:custDataLst>
          </p:nvPr>
        </p:nvSpPr>
        <p:spPr bwMode="auto">
          <a:xfrm>
            <a:off x="1303537" y="4036751"/>
            <a:ext cx="25398"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63" name="文本框 16"/>
          <p:cNvSpPr txBox="1"/>
          <p:nvPr>
            <p:custDataLst>
              <p:tags r:id="rId65"/>
            </p:custDataLst>
          </p:nvPr>
        </p:nvSpPr>
        <p:spPr>
          <a:xfrm>
            <a:off x="7036364" y="3838968"/>
            <a:ext cx="3853114" cy="2017453"/>
          </a:xfrm>
          <a:prstGeom prst="rect">
            <a:avLst/>
          </a:prstGeom>
          <a:noFill/>
        </p:spPr>
        <p:txBody>
          <a:bodyPr wrap="square" rtlCol="0" anchor="t"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fontAlgn="auto">
              <a:lnSpc>
                <a:spcPct val="130000"/>
              </a:lnSpc>
              <a:buNone/>
            </a:pPr>
            <a:r>
              <a:rPr lang="zh-CN" altLang="en-US" sz="2000" spc="150" dirty="0">
                <a:solidFill>
                  <a:schemeClr val="dk1">
                    <a:lumMod val="75000"/>
                    <a:lumOff val="25000"/>
                  </a:schemeClr>
                </a:solidFill>
                <a:uFillTx/>
                <a:latin typeface="微软雅黑" panose="020B0503020204020204" charset="-122"/>
                <a:ea typeface="微软雅黑" panose="020B0503020204020204" charset="-122"/>
                <a:sym typeface="+mn-ea"/>
              </a:rPr>
              <a:t>Report Generation: Generate reports about bank accounts in any format of your choice (e.g. *.txt)</a:t>
            </a:r>
          </a:p>
        </p:txBody>
      </p:sp>
      <p:sp>
        <p:nvSpPr>
          <p:cNvPr id="64" name="文本框 63"/>
          <p:cNvSpPr txBox="1"/>
          <p:nvPr>
            <p:custDataLst>
              <p:tags r:id="rId66"/>
            </p:custDataLst>
          </p:nvPr>
        </p:nvSpPr>
        <p:spPr>
          <a:xfrm>
            <a:off x="6277651" y="3838968"/>
            <a:ext cx="588216" cy="445010"/>
          </a:xfrm>
          <a:prstGeom prst="rect">
            <a:avLst/>
          </a:prstGeom>
          <a:noFill/>
        </p:spPr>
        <p:txBody>
          <a:bodyPr wrap="square" rtlCol="0">
            <a:normAutofit fontScale="97500"/>
          </a:bodyPr>
          <a:lstStyle/>
          <a:p>
            <a:r>
              <a:rPr lang="en-US" altLang="zh-CN" sz="2400" b="1" dirty="0">
                <a:solidFill>
                  <a:schemeClr val="accent1">
                    <a:lumMod val="75000"/>
                  </a:schemeClr>
                </a:solidFill>
                <a:latin typeface="微软雅黑" panose="020B0503020204020204" charset="-122"/>
                <a:ea typeface="微软雅黑" panose="020B0503020204020204" charset="-122"/>
                <a:cs typeface="Arial" panose="020B0604020202020204" pitchFamily="34" charset="0"/>
              </a:rPr>
              <a:t>04</a:t>
            </a:r>
          </a:p>
        </p:txBody>
      </p:sp>
      <p:sp>
        <p:nvSpPr>
          <p:cNvPr id="65" name="Freeform 54"/>
          <p:cNvSpPr/>
          <p:nvPr>
            <p:custDataLst>
              <p:tags r:id="rId67"/>
            </p:custDataLst>
          </p:nvPr>
        </p:nvSpPr>
        <p:spPr bwMode="auto">
          <a:xfrm>
            <a:off x="6457868" y="4237968"/>
            <a:ext cx="144556" cy="174175"/>
          </a:xfrm>
          <a:custGeom>
            <a:avLst/>
            <a:gdLst>
              <a:gd name="T0" fmla="*/ 146 w 163"/>
              <a:gd name="T1" fmla="*/ 0 h 227"/>
              <a:gd name="T2" fmla="*/ 152 w 163"/>
              <a:gd name="T3" fmla="*/ 1 h 227"/>
              <a:gd name="T4" fmla="*/ 157 w 163"/>
              <a:gd name="T5" fmla="*/ 10 h 227"/>
              <a:gd name="T6" fmla="*/ 150 w 163"/>
              <a:gd name="T7" fmla="*/ 24 h 227"/>
              <a:gd name="T8" fmla="*/ 129 w 163"/>
              <a:gd name="T9" fmla="*/ 49 h 227"/>
              <a:gd name="T10" fmla="*/ 116 w 163"/>
              <a:gd name="T11" fmla="*/ 61 h 227"/>
              <a:gd name="T12" fmla="*/ 92 w 163"/>
              <a:gd name="T13" fmla="*/ 84 h 227"/>
              <a:gd name="T14" fmla="*/ 81 w 163"/>
              <a:gd name="T15" fmla="*/ 93 h 227"/>
              <a:gd name="T16" fmla="*/ 30 w 163"/>
              <a:gd name="T17" fmla="*/ 131 h 227"/>
              <a:gd name="T18" fmla="*/ 30 w 163"/>
              <a:gd name="T19" fmla="*/ 131 h 227"/>
              <a:gd name="T20" fmla="*/ 28 w 163"/>
              <a:gd name="T21" fmla="*/ 133 h 227"/>
              <a:gd name="T22" fmla="*/ 30 w 163"/>
              <a:gd name="T23" fmla="*/ 133 h 227"/>
              <a:gd name="T24" fmla="*/ 63 w 163"/>
              <a:gd name="T25" fmla="*/ 148 h 227"/>
              <a:gd name="T26" fmla="*/ 96 w 163"/>
              <a:gd name="T27" fmla="*/ 169 h 227"/>
              <a:gd name="T28" fmla="*/ 117 w 163"/>
              <a:gd name="T29" fmla="*/ 178 h 227"/>
              <a:gd name="T30" fmla="*/ 155 w 163"/>
              <a:gd name="T31" fmla="*/ 204 h 227"/>
              <a:gd name="T32" fmla="*/ 160 w 163"/>
              <a:gd name="T33" fmla="*/ 213 h 227"/>
              <a:gd name="T34" fmla="*/ 156 w 163"/>
              <a:gd name="T35" fmla="*/ 225 h 227"/>
              <a:gd name="T36" fmla="*/ 144 w 163"/>
              <a:gd name="T37" fmla="*/ 226 h 227"/>
              <a:gd name="T38" fmla="*/ 104 w 163"/>
              <a:gd name="T39" fmla="*/ 214 h 227"/>
              <a:gd name="T40" fmla="*/ 59 w 163"/>
              <a:gd name="T41" fmla="*/ 190 h 227"/>
              <a:gd name="T42" fmla="*/ 30 w 163"/>
              <a:gd name="T43" fmla="*/ 165 h 227"/>
              <a:gd name="T44" fmla="*/ 10 w 163"/>
              <a:gd name="T45" fmla="*/ 145 h 227"/>
              <a:gd name="T46" fmla="*/ 4 w 163"/>
              <a:gd name="T47" fmla="*/ 140 h 227"/>
              <a:gd name="T48" fmla="*/ 2 w 163"/>
              <a:gd name="T49" fmla="*/ 139 h 227"/>
              <a:gd name="T50" fmla="*/ 2 w 163"/>
              <a:gd name="T51" fmla="*/ 134 h 227"/>
              <a:gd name="T52" fmla="*/ 5 w 163"/>
              <a:gd name="T53" fmla="*/ 131 h 227"/>
              <a:gd name="T54" fmla="*/ 16 w 163"/>
              <a:gd name="T55" fmla="*/ 121 h 227"/>
              <a:gd name="T56" fmla="*/ 20 w 163"/>
              <a:gd name="T57" fmla="*/ 115 h 227"/>
              <a:gd name="T58" fmla="*/ 38 w 163"/>
              <a:gd name="T59" fmla="*/ 84 h 227"/>
              <a:gd name="T60" fmla="*/ 58 w 163"/>
              <a:gd name="T61" fmla="*/ 58 h 227"/>
              <a:gd name="T62" fmla="*/ 72 w 163"/>
              <a:gd name="T63" fmla="*/ 44 h 227"/>
              <a:gd name="T64" fmla="*/ 115 w 163"/>
              <a:gd name="T65" fmla="*/ 10 h 227"/>
              <a:gd name="T66" fmla="*/ 140 w 163"/>
              <a:gd name="T67" fmla="*/ 0 h 227"/>
              <a:gd name="T68" fmla="*/ 146 w 163"/>
              <a:gd name="T69"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 h="227">
                <a:moveTo>
                  <a:pt x="146" y="0"/>
                </a:moveTo>
                <a:cubicBezTo>
                  <a:pt x="148" y="0"/>
                  <a:pt x="150" y="0"/>
                  <a:pt x="152" y="1"/>
                </a:cubicBezTo>
                <a:cubicBezTo>
                  <a:pt x="157" y="2"/>
                  <a:pt x="158" y="5"/>
                  <a:pt x="157" y="10"/>
                </a:cubicBezTo>
                <a:cubicBezTo>
                  <a:pt x="156" y="15"/>
                  <a:pt x="153" y="20"/>
                  <a:pt x="150" y="24"/>
                </a:cubicBezTo>
                <a:cubicBezTo>
                  <a:pt x="144" y="33"/>
                  <a:pt x="137" y="41"/>
                  <a:pt x="129" y="49"/>
                </a:cubicBezTo>
                <a:cubicBezTo>
                  <a:pt x="125" y="53"/>
                  <a:pt x="121" y="57"/>
                  <a:pt x="116" y="61"/>
                </a:cubicBezTo>
                <a:cubicBezTo>
                  <a:pt x="108" y="69"/>
                  <a:pt x="100" y="76"/>
                  <a:pt x="92" y="84"/>
                </a:cubicBezTo>
                <a:cubicBezTo>
                  <a:pt x="88" y="87"/>
                  <a:pt x="85" y="90"/>
                  <a:pt x="81" y="93"/>
                </a:cubicBezTo>
                <a:cubicBezTo>
                  <a:pt x="66" y="108"/>
                  <a:pt x="49" y="121"/>
                  <a:pt x="30" y="131"/>
                </a:cubicBezTo>
                <a:cubicBezTo>
                  <a:pt x="30" y="131"/>
                  <a:pt x="30" y="131"/>
                  <a:pt x="30" y="131"/>
                </a:cubicBezTo>
                <a:cubicBezTo>
                  <a:pt x="29" y="132"/>
                  <a:pt x="29" y="132"/>
                  <a:pt x="28" y="133"/>
                </a:cubicBezTo>
                <a:cubicBezTo>
                  <a:pt x="29" y="133"/>
                  <a:pt x="29" y="133"/>
                  <a:pt x="30" y="133"/>
                </a:cubicBezTo>
                <a:cubicBezTo>
                  <a:pt x="42" y="135"/>
                  <a:pt x="53" y="141"/>
                  <a:pt x="63" y="148"/>
                </a:cubicBezTo>
                <a:cubicBezTo>
                  <a:pt x="73" y="156"/>
                  <a:pt x="84" y="163"/>
                  <a:pt x="96" y="169"/>
                </a:cubicBezTo>
                <a:cubicBezTo>
                  <a:pt x="103" y="172"/>
                  <a:pt x="110" y="175"/>
                  <a:pt x="117" y="178"/>
                </a:cubicBezTo>
                <a:cubicBezTo>
                  <a:pt x="131" y="185"/>
                  <a:pt x="144" y="193"/>
                  <a:pt x="155" y="204"/>
                </a:cubicBezTo>
                <a:cubicBezTo>
                  <a:pt x="157" y="207"/>
                  <a:pt x="159" y="210"/>
                  <a:pt x="160" y="213"/>
                </a:cubicBezTo>
                <a:cubicBezTo>
                  <a:pt x="163" y="218"/>
                  <a:pt x="161" y="223"/>
                  <a:pt x="156" y="225"/>
                </a:cubicBezTo>
                <a:cubicBezTo>
                  <a:pt x="152" y="226"/>
                  <a:pt x="148" y="227"/>
                  <a:pt x="144" y="226"/>
                </a:cubicBezTo>
                <a:cubicBezTo>
                  <a:pt x="130" y="225"/>
                  <a:pt x="116" y="220"/>
                  <a:pt x="104" y="214"/>
                </a:cubicBezTo>
                <a:cubicBezTo>
                  <a:pt x="89" y="206"/>
                  <a:pt x="74" y="198"/>
                  <a:pt x="59" y="190"/>
                </a:cubicBezTo>
                <a:cubicBezTo>
                  <a:pt x="47" y="184"/>
                  <a:pt x="38" y="175"/>
                  <a:pt x="30" y="165"/>
                </a:cubicBezTo>
                <a:cubicBezTo>
                  <a:pt x="23" y="158"/>
                  <a:pt x="17" y="151"/>
                  <a:pt x="10" y="145"/>
                </a:cubicBezTo>
                <a:cubicBezTo>
                  <a:pt x="9" y="143"/>
                  <a:pt x="6" y="142"/>
                  <a:pt x="4" y="140"/>
                </a:cubicBezTo>
                <a:cubicBezTo>
                  <a:pt x="3" y="140"/>
                  <a:pt x="2" y="139"/>
                  <a:pt x="2" y="139"/>
                </a:cubicBezTo>
                <a:cubicBezTo>
                  <a:pt x="0" y="137"/>
                  <a:pt x="0" y="136"/>
                  <a:pt x="2" y="134"/>
                </a:cubicBezTo>
                <a:cubicBezTo>
                  <a:pt x="3" y="133"/>
                  <a:pt x="4" y="132"/>
                  <a:pt x="5" y="131"/>
                </a:cubicBezTo>
                <a:cubicBezTo>
                  <a:pt x="9" y="128"/>
                  <a:pt x="13" y="125"/>
                  <a:pt x="16" y="121"/>
                </a:cubicBezTo>
                <a:cubicBezTo>
                  <a:pt x="18" y="120"/>
                  <a:pt x="19" y="118"/>
                  <a:pt x="20" y="115"/>
                </a:cubicBezTo>
                <a:cubicBezTo>
                  <a:pt x="26" y="105"/>
                  <a:pt x="31" y="94"/>
                  <a:pt x="38" y="84"/>
                </a:cubicBezTo>
                <a:cubicBezTo>
                  <a:pt x="44" y="74"/>
                  <a:pt x="50" y="65"/>
                  <a:pt x="58" y="58"/>
                </a:cubicBezTo>
                <a:cubicBezTo>
                  <a:pt x="63" y="53"/>
                  <a:pt x="67" y="48"/>
                  <a:pt x="72" y="44"/>
                </a:cubicBezTo>
                <a:cubicBezTo>
                  <a:pt x="85" y="31"/>
                  <a:pt x="99" y="19"/>
                  <a:pt x="115" y="10"/>
                </a:cubicBezTo>
                <a:cubicBezTo>
                  <a:pt x="123" y="6"/>
                  <a:pt x="131" y="2"/>
                  <a:pt x="140" y="0"/>
                </a:cubicBezTo>
                <a:cubicBezTo>
                  <a:pt x="142" y="0"/>
                  <a:pt x="144" y="0"/>
                  <a:pt x="146" y="0"/>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66" name="Freeform 55"/>
          <p:cNvSpPr/>
          <p:nvPr>
            <p:custDataLst>
              <p:tags r:id="rId68"/>
            </p:custDataLst>
          </p:nvPr>
        </p:nvSpPr>
        <p:spPr bwMode="auto">
          <a:xfrm>
            <a:off x="6380945" y="4243431"/>
            <a:ext cx="124118" cy="188636"/>
          </a:xfrm>
          <a:custGeom>
            <a:avLst/>
            <a:gdLst>
              <a:gd name="T0" fmla="*/ 126 w 140"/>
              <a:gd name="T1" fmla="*/ 0 h 246"/>
              <a:gd name="T2" fmla="*/ 138 w 140"/>
              <a:gd name="T3" fmla="*/ 14 h 246"/>
              <a:gd name="T4" fmla="*/ 129 w 140"/>
              <a:gd name="T5" fmla="*/ 30 h 246"/>
              <a:gd name="T6" fmla="*/ 99 w 140"/>
              <a:gd name="T7" fmla="*/ 62 h 246"/>
              <a:gd name="T8" fmla="*/ 77 w 140"/>
              <a:gd name="T9" fmla="*/ 81 h 246"/>
              <a:gd name="T10" fmla="*/ 42 w 140"/>
              <a:gd name="T11" fmla="*/ 105 h 246"/>
              <a:gd name="T12" fmla="*/ 19 w 140"/>
              <a:gd name="T13" fmla="*/ 117 h 246"/>
              <a:gd name="T14" fmla="*/ 18 w 140"/>
              <a:gd name="T15" fmla="*/ 118 h 246"/>
              <a:gd name="T16" fmla="*/ 19 w 140"/>
              <a:gd name="T17" fmla="*/ 119 h 246"/>
              <a:gd name="T18" fmla="*/ 43 w 140"/>
              <a:gd name="T19" fmla="*/ 133 h 246"/>
              <a:gd name="T20" fmla="*/ 56 w 140"/>
              <a:gd name="T21" fmla="*/ 146 h 246"/>
              <a:gd name="T22" fmla="*/ 90 w 140"/>
              <a:gd name="T23" fmla="*/ 179 h 246"/>
              <a:gd name="T24" fmla="*/ 111 w 140"/>
              <a:gd name="T25" fmla="*/ 198 h 246"/>
              <a:gd name="T26" fmla="*/ 132 w 140"/>
              <a:gd name="T27" fmla="*/ 226 h 246"/>
              <a:gd name="T28" fmla="*/ 135 w 140"/>
              <a:gd name="T29" fmla="*/ 236 h 246"/>
              <a:gd name="T30" fmla="*/ 126 w 140"/>
              <a:gd name="T31" fmla="*/ 245 h 246"/>
              <a:gd name="T32" fmla="*/ 111 w 140"/>
              <a:gd name="T33" fmla="*/ 241 h 246"/>
              <a:gd name="T34" fmla="*/ 79 w 140"/>
              <a:gd name="T35" fmla="*/ 222 h 246"/>
              <a:gd name="T36" fmla="*/ 61 w 140"/>
              <a:gd name="T37" fmla="*/ 205 h 246"/>
              <a:gd name="T38" fmla="*/ 44 w 140"/>
              <a:gd name="T39" fmla="*/ 186 h 246"/>
              <a:gd name="T40" fmla="*/ 23 w 140"/>
              <a:gd name="T41" fmla="*/ 159 h 246"/>
              <a:gd name="T42" fmla="*/ 11 w 140"/>
              <a:gd name="T43" fmla="*/ 139 h 246"/>
              <a:gd name="T44" fmla="*/ 2 w 140"/>
              <a:gd name="T45" fmla="*/ 124 h 246"/>
              <a:gd name="T46" fmla="*/ 4 w 140"/>
              <a:gd name="T47" fmla="*/ 115 h 246"/>
              <a:gd name="T48" fmla="*/ 16 w 140"/>
              <a:gd name="T49" fmla="*/ 104 h 246"/>
              <a:gd name="T50" fmla="*/ 58 w 140"/>
              <a:gd name="T51" fmla="*/ 54 h 246"/>
              <a:gd name="T52" fmla="*/ 89 w 140"/>
              <a:gd name="T53" fmla="*/ 21 h 246"/>
              <a:gd name="T54" fmla="*/ 101 w 140"/>
              <a:gd name="T55" fmla="*/ 11 h 246"/>
              <a:gd name="T56" fmla="*/ 123 w 140"/>
              <a:gd name="T57" fmla="*/ 0 h 246"/>
              <a:gd name="T58" fmla="*/ 126 w 140"/>
              <a:gd name="T59"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0" h="246">
                <a:moveTo>
                  <a:pt x="126" y="0"/>
                </a:moveTo>
                <a:cubicBezTo>
                  <a:pt x="134" y="0"/>
                  <a:pt x="140" y="6"/>
                  <a:pt x="138" y="14"/>
                </a:cubicBezTo>
                <a:cubicBezTo>
                  <a:pt x="136" y="20"/>
                  <a:pt x="133" y="26"/>
                  <a:pt x="129" y="30"/>
                </a:cubicBezTo>
                <a:cubicBezTo>
                  <a:pt x="121" y="42"/>
                  <a:pt x="110" y="53"/>
                  <a:pt x="99" y="62"/>
                </a:cubicBezTo>
                <a:cubicBezTo>
                  <a:pt x="92" y="69"/>
                  <a:pt x="85" y="75"/>
                  <a:pt x="77" y="81"/>
                </a:cubicBezTo>
                <a:cubicBezTo>
                  <a:pt x="65" y="90"/>
                  <a:pt x="54" y="97"/>
                  <a:pt x="42" y="105"/>
                </a:cubicBezTo>
                <a:cubicBezTo>
                  <a:pt x="35" y="110"/>
                  <a:pt x="27" y="113"/>
                  <a:pt x="19" y="117"/>
                </a:cubicBezTo>
                <a:cubicBezTo>
                  <a:pt x="18" y="117"/>
                  <a:pt x="18" y="117"/>
                  <a:pt x="18" y="118"/>
                </a:cubicBezTo>
                <a:cubicBezTo>
                  <a:pt x="18" y="118"/>
                  <a:pt x="18" y="119"/>
                  <a:pt x="19" y="119"/>
                </a:cubicBezTo>
                <a:cubicBezTo>
                  <a:pt x="27" y="123"/>
                  <a:pt x="35" y="127"/>
                  <a:pt x="43" y="133"/>
                </a:cubicBezTo>
                <a:cubicBezTo>
                  <a:pt x="47" y="137"/>
                  <a:pt x="52" y="141"/>
                  <a:pt x="56" y="146"/>
                </a:cubicBezTo>
                <a:cubicBezTo>
                  <a:pt x="67" y="158"/>
                  <a:pt x="78" y="169"/>
                  <a:pt x="90" y="179"/>
                </a:cubicBezTo>
                <a:cubicBezTo>
                  <a:pt x="98" y="185"/>
                  <a:pt x="105" y="191"/>
                  <a:pt x="111" y="198"/>
                </a:cubicBezTo>
                <a:cubicBezTo>
                  <a:pt x="120" y="206"/>
                  <a:pt x="127" y="215"/>
                  <a:pt x="132" y="226"/>
                </a:cubicBezTo>
                <a:cubicBezTo>
                  <a:pt x="133" y="229"/>
                  <a:pt x="134" y="232"/>
                  <a:pt x="135" y="236"/>
                </a:cubicBezTo>
                <a:cubicBezTo>
                  <a:pt x="136" y="241"/>
                  <a:pt x="132" y="246"/>
                  <a:pt x="126" y="245"/>
                </a:cubicBezTo>
                <a:cubicBezTo>
                  <a:pt x="121" y="244"/>
                  <a:pt x="116" y="243"/>
                  <a:pt x="111" y="241"/>
                </a:cubicBezTo>
                <a:cubicBezTo>
                  <a:pt x="99" y="237"/>
                  <a:pt x="89" y="230"/>
                  <a:pt x="79" y="222"/>
                </a:cubicBezTo>
                <a:cubicBezTo>
                  <a:pt x="73" y="217"/>
                  <a:pt x="66" y="211"/>
                  <a:pt x="61" y="205"/>
                </a:cubicBezTo>
                <a:cubicBezTo>
                  <a:pt x="55" y="199"/>
                  <a:pt x="49" y="193"/>
                  <a:pt x="44" y="186"/>
                </a:cubicBezTo>
                <a:cubicBezTo>
                  <a:pt x="37" y="177"/>
                  <a:pt x="30" y="168"/>
                  <a:pt x="23" y="159"/>
                </a:cubicBezTo>
                <a:cubicBezTo>
                  <a:pt x="18" y="153"/>
                  <a:pt x="15" y="146"/>
                  <a:pt x="11" y="139"/>
                </a:cubicBezTo>
                <a:cubicBezTo>
                  <a:pt x="8" y="134"/>
                  <a:pt x="5" y="129"/>
                  <a:pt x="2" y="124"/>
                </a:cubicBezTo>
                <a:cubicBezTo>
                  <a:pt x="0" y="120"/>
                  <a:pt x="0" y="118"/>
                  <a:pt x="4" y="115"/>
                </a:cubicBezTo>
                <a:cubicBezTo>
                  <a:pt x="8" y="111"/>
                  <a:pt x="12" y="107"/>
                  <a:pt x="16" y="104"/>
                </a:cubicBezTo>
                <a:cubicBezTo>
                  <a:pt x="31" y="89"/>
                  <a:pt x="45" y="72"/>
                  <a:pt x="58" y="54"/>
                </a:cubicBezTo>
                <a:cubicBezTo>
                  <a:pt x="67" y="42"/>
                  <a:pt x="77" y="31"/>
                  <a:pt x="89" y="21"/>
                </a:cubicBezTo>
                <a:cubicBezTo>
                  <a:pt x="93" y="18"/>
                  <a:pt x="96" y="14"/>
                  <a:pt x="101" y="11"/>
                </a:cubicBezTo>
                <a:cubicBezTo>
                  <a:pt x="107" y="6"/>
                  <a:pt x="114" y="1"/>
                  <a:pt x="123" y="0"/>
                </a:cubicBezTo>
                <a:cubicBezTo>
                  <a:pt x="124" y="0"/>
                  <a:pt x="125" y="0"/>
                  <a:pt x="126" y="0"/>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67" name="Freeform 56"/>
          <p:cNvSpPr/>
          <p:nvPr>
            <p:custDataLst>
              <p:tags r:id="rId69"/>
            </p:custDataLst>
          </p:nvPr>
        </p:nvSpPr>
        <p:spPr bwMode="auto">
          <a:xfrm>
            <a:off x="6565263" y="4226399"/>
            <a:ext cx="135266" cy="165820"/>
          </a:xfrm>
          <a:custGeom>
            <a:avLst/>
            <a:gdLst>
              <a:gd name="T0" fmla="*/ 20 w 153"/>
              <a:gd name="T1" fmla="*/ 139 h 216"/>
              <a:gd name="T2" fmla="*/ 29 w 153"/>
              <a:gd name="T3" fmla="*/ 140 h 216"/>
              <a:gd name="T4" fmla="*/ 62 w 153"/>
              <a:gd name="T5" fmla="*/ 149 h 216"/>
              <a:gd name="T6" fmla="*/ 97 w 153"/>
              <a:gd name="T7" fmla="*/ 163 h 216"/>
              <a:gd name="T8" fmla="*/ 130 w 153"/>
              <a:gd name="T9" fmla="*/ 180 h 216"/>
              <a:gd name="T10" fmla="*/ 150 w 153"/>
              <a:gd name="T11" fmla="*/ 203 h 216"/>
              <a:gd name="T12" fmla="*/ 143 w 153"/>
              <a:gd name="T13" fmla="*/ 215 h 216"/>
              <a:gd name="T14" fmla="*/ 134 w 153"/>
              <a:gd name="T15" fmla="*/ 215 h 216"/>
              <a:gd name="T16" fmla="*/ 95 w 153"/>
              <a:gd name="T17" fmla="*/ 205 h 216"/>
              <a:gd name="T18" fmla="*/ 32 w 153"/>
              <a:gd name="T19" fmla="*/ 169 h 216"/>
              <a:gd name="T20" fmla="*/ 24 w 153"/>
              <a:gd name="T21" fmla="*/ 162 h 216"/>
              <a:gd name="T22" fmla="*/ 9 w 153"/>
              <a:gd name="T23" fmla="*/ 149 h 216"/>
              <a:gd name="T24" fmla="*/ 3 w 153"/>
              <a:gd name="T25" fmla="*/ 144 h 216"/>
              <a:gd name="T26" fmla="*/ 3 w 153"/>
              <a:gd name="T27" fmla="*/ 137 h 216"/>
              <a:gd name="T28" fmla="*/ 14 w 153"/>
              <a:gd name="T29" fmla="*/ 124 h 216"/>
              <a:gd name="T30" fmla="*/ 41 w 153"/>
              <a:gd name="T31" fmla="*/ 74 h 216"/>
              <a:gd name="T32" fmla="*/ 57 w 153"/>
              <a:gd name="T33" fmla="*/ 54 h 216"/>
              <a:gd name="T34" fmla="*/ 88 w 153"/>
              <a:gd name="T35" fmla="*/ 22 h 216"/>
              <a:gd name="T36" fmla="*/ 110 w 153"/>
              <a:gd name="T37" fmla="*/ 5 h 216"/>
              <a:gd name="T38" fmla="*/ 116 w 153"/>
              <a:gd name="T39" fmla="*/ 2 h 216"/>
              <a:gd name="T40" fmla="*/ 123 w 153"/>
              <a:gd name="T41" fmla="*/ 6 h 216"/>
              <a:gd name="T42" fmla="*/ 123 w 153"/>
              <a:gd name="T43" fmla="*/ 14 h 216"/>
              <a:gd name="T44" fmla="*/ 115 w 153"/>
              <a:gd name="T45" fmla="*/ 38 h 216"/>
              <a:gd name="T46" fmla="*/ 96 w 153"/>
              <a:gd name="T47" fmla="*/ 69 h 216"/>
              <a:gd name="T48" fmla="*/ 68 w 153"/>
              <a:gd name="T49" fmla="*/ 101 h 216"/>
              <a:gd name="T50" fmla="*/ 54 w 153"/>
              <a:gd name="T51" fmla="*/ 115 h 216"/>
              <a:gd name="T52" fmla="*/ 22 w 153"/>
              <a:gd name="T53" fmla="*/ 137 h 216"/>
              <a:gd name="T54" fmla="*/ 21 w 153"/>
              <a:gd name="T55" fmla="*/ 138 h 216"/>
              <a:gd name="T56" fmla="*/ 20 w 153"/>
              <a:gd name="T57" fmla="*/ 13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216">
                <a:moveTo>
                  <a:pt x="20" y="139"/>
                </a:moveTo>
                <a:cubicBezTo>
                  <a:pt x="23" y="140"/>
                  <a:pt x="26" y="140"/>
                  <a:pt x="29" y="140"/>
                </a:cubicBezTo>
                <a:cubicBezTo>
                  <a:pt x="40" y="142"/>
                  <a:pt x="51" y="145"/>
                  <a:pt x="62" y="149"/>
                </a:cubicBezTo>
                <a:cubicBezTo>
                  <a:pt x="74" y="154"/>
                  <a:pt x="85" y="158"/>
                  <a:pt x="97" y="163"/>
                </a:cubicBezTo>
                <a:cubicBezTo>
                  <a:pt x="109" y="167"/>
                  <a:pt x="120" y="172"/>
                  <a:pt x="130" y="180"/>
                </a:cubicBezTo>
                <a:cubicBezTo>
                  <a:pt x="138" y="187"/>
                  <a:pt x="145" y="194"/>
                  <a:pt x="150" y="203"/>
                </a:cubicBezTo>
                <a:cubicBezTo>
                  <a:pt x="153" y="210"/>
                  <a:pt x="151" y="214"/>
                  <a:pt x="143" y="215"/>
                </a:cubicBezTo>
                <a:cubicBezTo>
                  <a:pt x="140" y="216"/>
                  <a:pt x="137" y="216"/>
                  <a:pt x="134" y="215"/>
                </a:cubicBezTo>
                <a:cubicBezTo>
                  <a:pt x="120" y="214"/>
                  <a:pt x="107" y="210"/>
                  <a:pt x="95" y="205"/>
                </a:cubicBezTo>
                <a:cubicBezTo>
                  <a:pt x="72" y="196"/>
                  <a:pt x="51" y="184"/>
                  <a:pt x="32" y="169"/>
                </a:cubicBezTo>
                <a:cubicBezTo>
                  <a:pt x="29" y="167"/>
                  <a:pt x="27" y="164"/>
                  <a:pt x="24" y="162"/>
                </a:cubicBezTo>
                <a:cubicBezTo>
                  <a:pt x="19" y="158"/>
                  <a:pt x="14" y="153"/>
                  <a:pt x="9" y="149"/>
                </a:cubicBezTo>
                <a:cubicBezTo>
                  <a:pt x="7" y="147"/>
                  <a:pt x="5" y="145"/>
                  <a:pt x="3" y="144"/>
                </a:cubicBezTo>
                <a:cubicBezTo>
                  <a:pt x="0" y="143"/>
                  <a:pt x="0" y="139"/>
                  <a:pt x="3" y="137"/>
                </a:cubicBezTo>
                <a:cubicBezTo>
                  <a:pt x="9" y="135"/>
                  <a:pt x="12" y="130"/>
                  <a:pt x="14" y="124"/>
                </a:cubicBezTo>
                <a:cubicBezTo>
                  <a:pt x="20" y="106"/>
                  <a:pt x="29" y="89"/>
                  <a:pt x="41" y="74"/>
                </a:cubicBezTo>
                <a:cubicBezTo>
                  <a:pt x="47" y="67"/>
                  <a:pt x="51" y="60"/>
                  <a:pt x="57" y="54"/>
                </a:cubicBezTo>
                <a:cubicBezTo>
                  <a:pt x="66" y="43"/>
                  <a:pt x="76" y="32"/>
                  <a:pt x="88" y="22"/>
                </a:cubicBezTo>
                <a:cubicBezTo>
                  <a:pt x="95" y="16"/>
                  <a:pt x="102" y="10"/>
                  <a:pt x="110" y="5"/>
                </a:cubicBezTo>
                <a:cubicBezTo>
                  <a:pt x="112" y="4"/>
                  <a:pt x="114" y="3"/>
                  <a:pt x="116" y="2"/>
                </a:cubicBezTo>
                <a:cubicBezTo>
                  <a:pt x="120" y="0"/>
                  <a:pt x="123" y="2"/>
                  <a:pt x="123" y="6"/>
                </a:cubicBezTo>
                <a:cubicBezTo>
                  <a:pt x="124" y="9"/>
                  <a:pt x="123" y="12"/>
                  <a:pt x="123" y="14"/>
                </a:cubicBezTo>
                <a:cubicBezTo>
                  <a:pt x="121" y="22"/>
                  <a:pt x="118" y="30"/>
                  <a:pt x="115" y="38"/>
                </a:cubicBezTo>
                <a:cubicBezTo>
                  <a:pt x="109" y="49"/>
                  <a:pt x="104" y="59"/>
                  <a:pt x="96" y="69"/>
                </a:cubicBezTo>
                <a:cubicBezTo>
                  <a:pt x="87" y="80"/>
                  <a:pt x="78" y="91"/>
                  <a:pt x="68" y="101"/>
                </a:cubicBezTo>
                <a:cubicBezTo>
                  <a:pt x="63" y="106"/>
                  <a:pt x="59" y="110"/>
                  <a:pt x="54" y="115"/>
                </a:cubicBezTo>
                <a:cubicBezTo>
                  <a:pt x="45" y="124"/>
                  <a:pt x="34" y="131"/>
                  <a:pt x="22" y="137"/>
                </a:cubicBezTo>
                <a:cubicBezTo>
                  <a:pt x="22" y="138"/>
                  <a:pt x="21" y="138"/>
                  <a:pt x="21" y="138"/>
                </a:cubicBezTo>
                <a:cubicBezTo>
                  <a:pt x="21" y="138"/>
                  <a:pt x="21" y="139"/>
                  <a:pt x="20" y="139"/>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68" name="Freeform 57"/>
          <p:cNvSpPr/>
          <p:nvPr>
            <p:custDataLst>
              <p:tags r:id="rId70"/>
            </p:custDataLst>
          </p:nvPr>
        </p:nvSpPr>
        <p:spPr bwMode="auto">
          <a:xfrm>
            <a:off x="6658908" y="4219650"/>
            <a:ext cx="141583" cy="141075"/>
          </a:xfrm>
          <a:custGeom>
            <a:avLst/>
            <a:gdLst>
              <a:gd name="T0" fmla="*/ 25 w 160"/>
              <a:gd name="T1" fmla="*/ 123 h 184"/>
              <a:gd name="T2" fmla="*/ 28 w 160"/>
              <a:gd name="T3" fmla="*/ 123 h 184"/>
              <a:gd name="T4" fmla="*/ 61 w 160"/>
              <a:gd name="T5" fmla="*/ 123 h 184"/>
              <a:gd name="T6" fmla="*/ 99 w 160"/>
              <a:gd name="T7" fmla="*/ 131 h 184"/>
              <a:gd name="T8" fmla="*/ 145 w 160"/>
              <a:gd name="T9" fmla="*/ 159 h 184"/>
              <a:gd name="T10" fmla="*/ 156 w 160"/>
              <a:gd name="T11" fmla="*/ 169 h 184"/>
              <a:gd name="T12" fmla="*/ 154 w 160"/>
              <a:gd name="T13" fmla="*/ 179 h 184"/>
              <a:gd name="T14" fmla="*/ 151 w 160"/>
              <a:gd name="T15" fmla="*/ 180 h 184"/>
              <a:gd name="T16" fmla="*/ 120 w 160"/>
              <a:gd name="T17" fmla="*/ 182 h 184"/>
              <a:gd name="T18" fmla="*/ 92 w 160"/>
              <a:gd name="T19" fmla="*/ 173 h 184"/>
              <a:gd name="T20" fmla="*/ 53 w 160"/>
              <a:gd name="T21" fmla="*/ 154 h 184"/>
              <a:gd name="T22" fmla="*/ 38 w 160"/>
              <a:gd name="T23" fmla="*/ 145 h 184"/>
              <a:gd name="T24" fmla="*/ 9 w 160"/>
              <a:gd name="T25" fmla="*/ 133 h 184"/>
              <a:gd name="T26" fmla="*/ 4 w 160"/>
              <a:gd name="T27" fmla="*/ 132 h 184"/>
              <a:gd name="T28" fmla="*/ 2 w 160"/>
              <a:gd name="T29" fmla="*/ 126 h 184"/>
              <a:gd name="T30" fmla="*/ 7 w 160"/>
              <a:gd name="T31" fmla="*/ 118 h 184"/>
              <a:gd name="T32" fmla="*/ 16 w 160"/>
              <a:gd name="T33" fmla="*/ 105 h 184"/>
              <a:gd name="T34" fmla="*/ 36 w 160"/>
              <a:gd name="T35" fmla="*/ 60 h 184"/>
              <a:gd name="T36" fmla="*/ 51 w 160"/>
              <a:gd name="T37" fmla="*/ 33 h 184"/>
              <a:gd name="T38" fmla="*/ 85 w 160"/>
              <a:gd name="T39" fmla="*/ 4 h 184"/>
              <a:gd name="T40" fmla="*/ 94 w 160"/>
              <a:gd name="T41" fmla="*/ 1 h 184"/>
              <a:gd name="T42" fmla="*/ 102 w 160"/>
              <a:gd name="T43" fmla="*/ 8 h 184"/>
              <a:gd name="T44" fmla="*/ 98 w 160"/>
              <a:gd name="T45" fmla="*/ 20 h 184"/>
              <a:gd name="T46" fmla="*/ 83 w 160"/>
              <a:gd name="T47" fmla="*/ 49 h 184"/>
              <a:gd name="T48" fmla="*/ 73 w 160"/>
              <a:gd name="T49" fmla="*/ 66 h 184"/>
              <a:gd name="T50" fmla="*/ 51 w 160"/>
              <a:gd name="T51" fmla="*/ 95 h 184"/>
              <a:gd name="T52" fmla="*/ 38 w 160"/>
              <a:gd name="T53" fmla="*/ 111 h 184"/>
              <a:gd name="T54" fmla="*/ 28 w 160"/>
              <a:gd name="T55" fmla="*/ 119 h 184"/>
              <a:gd name="T56" fmla="*/ 24 w 160"/>
              <a:gd name="T57" fmla="*/ 122 h 184"/>
              <a:gd name="T58" fmla="*/ 25 w 160"/>
              <a:gd name="T59" fmla="*/ 12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84">
                <a:moveTo>
                  <a:pt x="25" y="123"/>
                </a:moveTo>
                <a:cubicBezTo>
                  <a:pt x="26" y="123"/>
                  <a:pt x="27" y="123"/>
                  <a:pt x="28" y="123"/>
                </a:cubicBezTo>
                <a:cubicBezTo>
                  <a:pt x="39" y="123"/>
                  <a:pt x="50" y="122"/>
                  <a:pt x="61" y="123"/>
                </a:cubicBezTo>
                <a:cubicBezTo>
                  <a:pt x="74" y="123"/>
                  <a:pt x="87" y="126"/>
                  <a:pt x="99" y="131"/>
                </a:cubicBezTo>
                <a:cubicBezTo>
                  <a:pt x="116" y="137"/>
                  <a:pt x="131" y="147"/>
                  <a:pt x="145" y="159"/>
                </a:cubicBezTo>
                <a:cubicBezTo>
                  <a:pt x="148" y="162"/>
                  <a:pt x="152" y="165"/>
                  <a:pt x="156" y="169"/>
                </a:cubicBezTo>
                <a:cubicBezTo>
                  <a:pt x="160" y="172"/>
                  <a:pt x="159" y="176"/>
                  <a:pt x="154" y="179"/>
                </a:cubicBezTo>
                <a:cubicBezTo>
                  <a:pt x="153" y="179"/>
                  <a:pt x="152" y="179"/>
                  <a:pt x="151" y="180"/>
                </a:cubicBezTo>
                <a:cubicBezTo>
                  <a:pt x="141" y="183"/>
                  <a:pt x="131" y="184"/>
                  <a:pt x="120" y="182"/>
                </a:cubicBezTo>
                <a:cubicBezTo>
                  <a:pt x="110" y="180"/>
                  <a:pt x="101" y="177"/>
                  <a:pt x="92" y="173"/>
                </a:cubicBezTo>
                <a:cubicBezTo>
                  <a:pt x="79" y="166"/>
                  <a:pt x="66" y="160"/>
                  <a:pt x="53" y="154"/>
                </a:cubicBezTo>
                <a:cubicBezTo>
                  <a:pt x="48" y="151"/>
                  <a:pt x="43" y="148"/>
                  <a:pt x="38" y="145"/>
                </a:cubicBezTo>
                <a:cubicBezTo>
                  <a:pt x="29" y="139"/>
                  <a:pt x="19" y="136"/>
                  <a:pt x="9" y="133"/>
                </a:cubicBezTo>
                <a:cubicBezTo>
                  <a:pt x="7" y="133"/>
                  <a:pt x="6" y="132"/>
                  <a:pt x="4" y="132"/>
                </a:cubicBezTo>
                <a:cubicBezTo>
                  <a:pt x="1" y="131"/>
                  <a:pt x="0" y="129"/>
                  <a:pt x="2" y="126"/>
                </a:cubicBezTo>
                <a:cubicBezTo>
                  <a:pt x="3" y="123"/>
                  <a:pt x="5" y="121"/>
                  <a:pt x="7" y="118"/>
                </a:cubicBezTo>
                <a:cubicBezTo>
                  <a:pt x="10" y="114"/>
                  <a:pt x="14" y="110"/>
                  <a:pt x="16" y="105"/>
                </a:cubicBezTo>
                <a:cubicBezTo>
                  <a:pt x="23" y="90"/>
                  <a:pt x="30" y="75"/>
                  <a:pt x="36" y="60"/>
                </a:cubicBezTo>
                <a:cubicBezTo>
                  <a:pt x="40" y="50"/>
                  <a:pt x="44" y="41"/>
                  <a:pt x="51" y="33"/>
                </a:cubicBezTo>
                <a:cubicBezTo>
                  <a:pt x="60" y="21"/>
                  <a:pt x="72" y="11"/>
                  <a:pt x="85" y="4"/>
                </a:cubicBezTo>
                <a:cubicBezTo>
                  <a:pt x="88" y="3"/>
                  <a:pt x="91" y="2"/>
                  <a:pt x="94" y="1"/>
                </a:cubicBezTo>
                <a:cubicBezTo>
                  <a:pt x="99" y="0"/>
                  <a:pt x="102" y="2"/>
                  <a:pt x="102" y="8"/>
                </a:cubicBezTo>
                <a:cubicBezTo>
                  <a:pt x="102" y="12"/>
                  <a:pt x="101" y="16"/>
                  <a:pt x="98" y="20"/>
                </a:cubicBezTo>
                <a:cubicBezTo>
                  <a:pt x="93" y="30"/>
                  <a:pt x="88" y="39"/>
                  <a:pt x="83" y="49"/>
                </a:cubicBezTo>
                <a:cubicBezTo>
                  <a:pt x="79" y="55"/>
                  <a:pt x="76" y="60"/>
                  <a:pt x="73" y="66"/>
                </a:cubicBezTo>
                <a:cubicBezTo>
                  <a:pt x="67" y="77"/>
                  <a:pt x="59" y="86"/>
                  <a:pt x="51" y="95"/>
                </a:cubicBezTo>
                <a:cubicBezTo>
                  <a:pt x="47" y="100"/>
                  <a:pt x="43" y="106"/>
                  <a:pt x="38" y="111"/>
                </a:cubicBezTo>
                <a:cubicBezTo>
                  <a:pt x="35" y="114"/>
                  <a:pt x="32" y="116"/>
                  <a:pt x="28" y="119"/>
                </a:cubicBezTo>
                <a:cubicBezTo>
                  <a:pt x="27" y="120"/>
                  <a:pt x="26" y="121"/>
                  <a:pt x="24" y="122"/>
                </a:cubicBezTo>
                <a:cubicBezTo>
                  <a:pt x="25" y="122"/>
                  <a:pt x="25" y="123"/>
                  <a:pt x="25" y="123"/>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69" name="Freeform 58"/>
          <p:cNvSpPr/>
          <p:nvPr>
            <p:custDataLst>
              <p:tags r:id="rId71"/>
            </p:custDataLst>
          </p:nvPr>
        </p:nvSpPr>
        <p:spPr bwMode="auto">
          <a:xfrm>
            <a:off x="6733232" y="4223507"/>
            <a:ext cx="106280" cy="70377"/>
          </a:xfrm>
          <a:custGeom>
            <a:avLst/>
            <a:gdLst>
              <a:gd name="T0" fmla="*/ 120 w 120"/>
              <a:gd name="T1" fmla="*/ 11 h 92"/>
              <a:gd name="T2" fmla="*/ 117 w 120"/>
              <a:gd name="T3" fmla="*/ 18 h 92"/>
              <a:gd name="T4" fmla="*/ 91 w 120"/>
              <a:gd name="T5" fmla="*/ 46 h 92"/>
              <a:gd name="T6" fmla="*/ 65 w 120"/>
              <a:gd name="T7" fmla="*/ 65 h 92"/>
              <a:gd name="T8" fmla="*/ 30 w 120"/>
              <a:gd name="T9" fmla="*/ 84 h 92"/>
              <a:gd name="T10" fmla="*/ 8 w 120"/>
              <a:gd name="T11" fmla="*/ 92 h 92"/>
              <a:gd name="T12" fmla="*/ 3 w 120"/>
              <a:gd name="T13" fmla="*/ 92 h 92"/>
              <a:gd name="T14" fmla="*/ 2 w 120"/>
              <a:gd name="T15" fmla="*/ 88 h 92"/>
              <a:gd name="T16" fmla="*/ 13 w 120"/>
              <a:gd name="T17" fmla="*/ 70 h 92"/>
              <a:gd name="T18" fmla="*/ 33 w 120"/>
              <a:gd name="T19" fmla="*/ 46 h 92"/>
              <a:gd name="T20" fmla="*/ 49 w 120"/>
              <a:gd name="T21" fmla="*/ 33 h 92"/>
              <a:gd name="T22" fmla="*/ 105 w 120"/>
              <a:gd name="T23" fmla="*/ 2 h 92"/>
              <a:gd name="T24" fmla="*/ 114 w 120"/>
              <a:gd name="T25" fmla="*/ 1 h 92"/>
              <a:gd name="T26" fmla="*/ 120 w 120"/>
              <a:gd name="T27" fmla="*/ 11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92">
                <a:moveTo>
                  <a:pt x="120" y="11"/>
                </a:moveTo>
                <a:cubicBezTo>
                  <a:pt x="119" y="12"/>
                  <a:pt x="119" y="16"/>
                  <a:pt x="117" y="18"/>
                </a:cubicBezTo>
                <a:cubicBezTo>
                  <a:pt x="110" y="29"/>
                  <a:pt x="101" y="39"/>
                  <a:pt x="91" y="46"/>
                </a:cubicBezTo>
                <a:cubicBezTo>
                  <a:pt x="82" y="53"/>
                  <a:pt x="74" y="59"/>
                  <a:pt x="65" y="65"/>
                </a:cubicBezTo>
                <a:cubicBezTo>
                  <a:pt x="54" y="73"/>
                  <a:pt x="43" y="79"/>
                  <a:pt x="30" y="84"/>
                </a:cubicBezTo>
                <a:cubicBezTo>
                  <a:pt x="23" y="87"/>
                  <a:pt x="15" y="89"/>
                  <a:pt x="8" y="92"/>
                </a:cubicBezTo>
                <a:cubicBezTo>
                  <a:pt x="6" y="92"/>
                  <a:pt x="5" y="92"/>
                  <a:pt x="3" y="92"/>
                </a:cubicBezTo>
                <a:cubicBezTo>
                  <a:pt x="1" y="92"/>
                  <a:pt x="0" y="90"/>
                  <a:pt x="2" y="88"/>
                </a:cubicBezTo>
                <a:cubicBezTo>
                  <a:pt x="6" y="82"/>
                  <a:pt x="9" y="75"/>
                  <a:pt x="13" y="70"/>
                </a:cubicBezTo>
                <a:cubicBezTo>
                  <a:pt x="19" y="61"/>
                  <a:pt x="25" y="53"/>
                  <a:pt x="33" y="46"/>
                </a:cubicBezTo>
                <a:cubicBezTo>
                  <a:pt x="38" y="41"/>
                  <a:pt x="44" y="37"/>
                  <a:pt x="49" y="33"/>
                </a:cubicBezTo>
                <a:cubicBezTo>
                  <a:pt x="66" y="19"/>
                  <a:pt x="85" y="9"/>
                  <a:pt x="105" y="2"/>
                </a:cubicBezTo>
                <a:cubicBezTo>
                  <a:pt x="108" y="1"/>
                  <a:pt x="111" y="0"/>
                  <a:pt x="114" y="1"/>
                </a:cubicBezTo>
                <a:cubicBezTo>
                  <a:pt x="118" y="2"/>
                  <a:pt x="120" y="5"/>
                  <a:pt x="120" y="11"/>
                </a:cubicBezTo>
                <a:close/>
              </a:path>
            </a:pathLst>
          </a:custGeom>
          <a:solidFill>
            <a:srgbClr val="63AA9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0" name="Freeform 59"/>
          <p:cNvSpPr/>
          <p:nvPr>
            <p:custDataLst>
              <p:tags r:id="rId72"/>
            </p:custDataLst>
          </p:nvPr>
        </p:nvSpPr>
        <p:spPr bwMode="auto">
          <a:xfrm>
            <a:off x="6357162" y="4279423"/>
            <a:ext cx="35303" cy="33099"/>
          </a:xfrm>
          <a:custGeom>
            <a:avLst/>
            <a:gdLst>
              <a:gd name="T0" fmla="*/ 0 w 40"/>
              <a:gd name="T1" fmla="*/ 19 h 43"/>
              <a:gd name="T2" fmla="*/ 5 w 40"/>
              <a:gd name="T3" fmla="*/ 10 h 43"/>
              <a:gd name="T4" fmla="*/ 12 w 40"/>
              <a:gd name="T5" fmla="*/ 4 h 43"/>
              <a:gd name="T6" fmla="*/ 31 w 40"/>
              <a:gd name="T7" fmla="*/ 7 h 43"/>
              <a:gd name="T8" fmla="*/ 35 w 40"/>
              <a:gd name="T9" fmla="*/ 30 h 43"/>
              <a:gd name="T10" fmla="*/ 6 w 40"/>
              <a:gd name="T11" fmla="*/ 35 h 43"/>
              <a:gd name="T12" fmla="*/ 1 w 40"/>
              <a:gd name="T13" fmla="*/ 29 h 43"/>
              <a:gd name="T14" fmla="*/ 0 w 40"/>
              <a:gd name="T15" fmla="*/ 26 h 43"/>
              <a:gd name="T16" fmla="*/ 0 w 40"/>
              <a:gd name="T17" fmla="*/ 1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3">
                <a:moveTo>
                  <a:pt x="0" y="19"/>
                </a:moveTo>
                <a:cubicBezTo>
                  <a:pt x="1" y="16"/>
                  <a:pt x="3" y="13"/>
                  <a:pt x="5" y="10"/>
                </a:cubicBezTo>
                <a:cubicBezTo>
                  <a:pt x="7" y="8"/>
                  <a:pt x="10" y="6"/>
                  <a:pt x="12" y="4"/>
                </a:cubicBezTo>
                <a:cubicBezTo>
                  <a:pt x="19" y="0"/>
                  <a:pt x="26" y="2"/>
                  <a:pt x="31" y="7"/>
                </a:cubicBezTo>
                <a:cubicBezTo>
                  <a:pt x="37" y="13"/>
                  <a:pt x="40" y="22"/>
                  <a:pt x="35" y="30"/>
                </a:cubicBezTo>
                <a:cubicBezTo>
                  <a:pt x="29" y="40"/>
                  <a:pt x="15" y="43"/>
                  <a:pt x="6" y="35"/>
                </a:cubicBezTo>
                <a:cubicBezTo>
                  <a:pt x="4" y="34"/>
                  <a:pt x="3" y="31"/>
                  <a:pt x="1" y="29"/>
                </a:cubicBezTo>
                <a:cubicBezTo>
                  <a:pt x="1" y="28"/>
                  <a:pt x="0" y="27"/>
                  <a:pt x="0" y="26"/>
                </a:cubicBezTo>
                <a:cubicBezTo>
                  <a:pt x="0" y="24"/>
                  <a:pt x="0" y="21"/>
                  <a:pt x="0" y="19"/>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1" name="Freeform 60"/>
          <p:cNvSpPr/>
          <p:nvPr>
            <p:custDataLst>
              <p:tags r:id="rId73"/>
            </p:custDataLst>
          </p:nvPr>
        </p:nvSpPr>
        <p:spPr bwMode="auto">
          <a:xfrm>
            <a:off x="6529589" y="4415999"/>
            <a:ext cx="18581" cy="17032"/>
          </a:xfrm>
          <a:custGeom>
            <a:avLst/>
            <a:gdLst>
              <a:gd name="T0" fmla="*/ 7 w 21"/>
              <a:gd name="T1" fmla="*/ 22 h 22"/>
              <a:gd name="T2" fmla="*/ 7 w 21"/>
              <a:gd name="T3" fmla="*/ 22 h 22"/>
              <a:gd name="T4" fmla="*/ 1 w 21"/>
              <a:gd name="T5" fmla="*/ 12 h 22"/>
              <a:gd name="T6" fmla="*/ 8 w 21"/>
              <a:gd name="T7" fmla="*/ 2 h 22"/>
              <a:gd name="T8" fmla="*/ 20 w 21"/>
              <a:gd name="T9" fmla="*/ 4 h 22"/>
              <a:gd name="T10" fmla="*/ 21 w 21"/>
              <a:gd name="T11" fmla="*/ 7 h 22"/>
              <a:gd name="T12" fmla="*/ 20 w 21"/>
              <a:gd name="T13" fmla="*/ 17 h 22"/>
              <a:gd name="T14" fmla="*/ 16 w 21"/>
              <a:gd name="T15" fmla="*/ 20 h 22"/>
              <a:gd name="T16" fmla="*/ 13 w 21"/>
              <a:gd name="T17" fmla="*/ 22 h 22"/>
              <a:gd name="T18" fmla="*/ 7 w 21"/>
              <a:gd name="T1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2">
                <a:moveTo>
                  <a:pt x="7" y="22"/>
                </a:moveTo>
                <a:cubicBezTo>
                  <a:pt x="7" y="22"/>
                  <a:pt x="7" y="22"/>
                  <a:pt x="7" y="22"/>
                </a:cubicBezTo>
                <a:cubicBezTo>
                  <a:pt x="3" y="20"/>
                  <a:pt x="0" y="16"/>
                  <a:pt x="1" y="12"/>
                </a:cubicBezTo>
                <a:cubicBezTo>
                  <a:pt x="1" y="7"/>
                  <a:pt x="4" y="4"/>
                  <a:pt x="8" y="2"/>
                </a:cubicBezTo>
                <a:cubicBezTo>
                  <a:pt x="12" y="0"/>
                  <a:pt x="17" y="0"/>
                  <a:pt x="20" y="4"/>
                </a:cubicBezTo>
                <a:cubicBezTo>
                  <a:pt x="20" y="5"/>
                  <a:pt x="21" y="6"/>
                  <a:pt x="21" y="7"/>
                </a:cubicBezTo>
                <a:cubicBezTo>
                  <a:pt x="21" y="10"/>
                  <a:pt x="21" y="14"/>
                  <a:pt x="20" y="17"/>
                </a:cubicBezTo>
                <a:cubicBezTo>
                  <a:pt x="19" y="18"/>
                  <a:pt x="18" y="19"/>
                  <a:pt x="16" y="20"/>
                </a:cubicBezTo>
                <a:cubicBezTo>
                  <a:pt x="15" y="21"/>
                  <a:pt x="14" y="22"/>
                  <a:pt x="13" y="22"/>
                </a:cubicBezTo>
                <a:cubicBezTo>
                  <a:pt x="11" y="22"/>
                  <a:pt x="9" y="22"/>
                  <a:pt x="7" y="22"/>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2" name="Freeform 61"/>
          <p:cNvSpPr/>
          <p:nvPr>
            <p:custDataLst>
              <p:tags r:id="rId74"/>
            </p:custDataLst>
          </p:nvPr>
        </p:nvSpPr>
        <p:spPr bwMode="auto">
          <a:xfrm>
            <a:off x="6788973" y="4293241"/>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3" name="Freeform 62"/>
          <p:cNvSpPr/>
          <p:nvPr>
            <p:custDataLst>
              <p:tags r:id="rId75"/>
            </p:custDataLst>
          </p:nvPr>
        </p:nvSpPr>
        <p:spPr bwMode="auto">
          <a:xfrm>
            <a:off x="6718366" y="4370688"/>
            <a:ext cx="37161" cy="29243"/>
          </a:xfrm>
          <a:custGeom>
            <a:avLst/>
            <a:gdLst>
              <a:gd name="T0" fmla="*/ 42 w 42"/>
              <a:gd name="T1" fmla="*/ 16 h 38"/>
              <a:gd name="T2" fmla="*/ 20 w 42"/>
              <a:gd name="T3" fmla="*/ 37 h 38"/>
              <a:gd name="T4" fmla="*/ 3 w 42"/>
              <a:gd name="T5" fmla="*/ 13 h 38"/>
              <a:gd name="T6" fmla="*/ 10 w 42"/>
              <a:gd name="T7" fmla="*/ 5 h 38"/>
              <a:gd name="T8" fmla="*/ 28 w 42"/>
              <a:gd name="T9" fmla="*/ 1 h 38"/>
              <a:gd name="T10" fmla="*/ 41 w 42"/>
              <a:gd name="T11" fmla="*/ 10 h 38"/>
              <a:gd name="T12" fmla="*/ 42 w 42"/>
              <a:gd name="T13" fmla="*/ 16 h 38"/>
            </a:gdLst>
            <a:ahLst/>
            <a:cxnLst>
              <a:cxn ang="0">
                <a:pos x="T0" y="T1"/>
              </a:cxn>
              <a:cxn ang="0">
                <a:pos x="T2" y="T3"/>
              </a:cxn>
              <a:cxn ang="0">
                <a:pos x="T4" y="T5"/>
              </a:cxn>
              <a:cxn ang="0">
                <a:pos x="T6" y="T7"/>
              </a:cxn>
              <a:cxn ang="0">
                <a:pos x="T8" y="T9"/>
              </a:cxn>
              <a:cxn ang="0">
                <a:pos x="T10" y="T11"/>
              </a:cxn>
              <a:cxn ang="0">
                <a:pos x="T12" y="T13"/>
              </a:cxn>
            </a:cxnLst>
            <a:rect l="0" t="0" r="r" b="b"/>
            <a:pathLst>
              <a:path w="42" h="38">
                <a:moveTo>
                  <a:pt x="42" y="16"/>
                </a:moveTo>
                <a:cubicBezTo>
                  <a:pt x="42" y="25"/>
                  <a:pt x="32" y="38"/>
                  <a:pt x="20" y="37"/>
                </a:cubicBezTo>
                <a:cubicBezTo>
                  <a:pt x="9" y="36"/>
                  <a:pt x="0" y="25"/>
                  <a:pt x="3" y="13"/>
                </a:cubicBezTo>
                <a:cubicBezTo>
                  <a:pt x="4" y="10"/>
                  <a:pt x="7" y="7"/>
                  <a:pt x="10" y="5"/>
                </a:cubicBezTo>
                <a:cubicBezTo>
                  <a:pt x="15" y="2"/>
                  <a:pt x="21" y="0"/>
                  <a:pt x="28" y="1"/>
                </a:cubicBezTo>
                <a:cubicBezTo>
                  <a:pt x="33" y="1"/>
                  <a:pt x="38" y="4"/>
                  <a:pt x="41" y="10"/>
                </a:cubicBezTo>
                <a:cubicBezTo>
                  <a:pt x="41" y="11"/>
                  <a:pt x="42" y="14"/>
                  <a:pt x="42" y="1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4" name="Freeform 63"/>
          <p:cNvSpPr/>
          <p:nvPr>
            <p:custDataLst>
              <p:tags r:id="rId76"/>
            </p:custDataLst>
          </p:nvPr>
        </p:nvSpPr>
        <p:spPr bwMode="auto">
          <a:xfrm>
            <a:off x="6610227" y="4204868"/>
            <a:ext cx="30844" cy="26994"/>
          </a:xfrm>
          <a:custGeom>
            <a:avLst/>
            <a:gdLst>
              <a:gd name="T0" fmla="*/ 16 w 35"/>
              <a:gd name="T1" fmla="*/ 34 h 35"/>
              <a:gd name="T2" fmla="*/ 1 w 35"/>
              <a:gd name="T3" fmla="*/ 21 h 35"/>
              <a:gd name="T4" fmla="*/ 1 w 35"/>
              <a:gd name="T5" fmla="*/ 19 h 35"/>
              <a:gd name="T6" fmla="*/ 16 w 35"/>
              <a:gd name="T7" fmla="*/ 2 h 35"/>
              <a:gd name="T8" fmla="*/ 34 w 35"/>
              <a:gd name="T9" fmla="*/ 16 h 35"/>
              <a:gd name="T10" fmla="*/ 16 w 35"/>
              <a:gd name="T11" fmla="*/ 34 h 35"/>
            </a:gdLst>
            <a:ahLst/>
            <a:cxnLst>
              <a:cxn ang="0">
                <a:pos x="T0" y="T1"/>
              </a:cxn>
              <a:cxn ang="0">
                <a:pos x="T2" y="T3"/>
              </a:cxn>
              <a:cxn ang="0">
                <a:pos x="T4" y="T5"/>
              </a:cxn>
              <a:cxn ang="0">
                <a:pos x="T6" y="T7"/>
              </a:cxn>
              <a:cxn ang="0">
                <a:pos x="T8" y="T9"/>
              </a:cxn>
              <a:cxn ang="0">
                <a:pos x="T10" y="T11"/>
              </a:cxn>
            </a:cxnLst>
            <a:rect l="0" t="0" r="r" b="b"/>
            <a:pathLst>
              <a:path w="35" h="35">
                <a:moveTo>
                  <a:pt x="16" y="34"/>
                </a:moveTo>
                <a:cubicBezTo>
                  <a:pt x="7" y="35"/>
                  <a:pt x="2" y="29"/>
                  <a:pt x="1" y="21"/>
                </a:cubicBezTo>
                <a:cubicBezTo>
                  <a:pt x="1" y="21"/>
                  <a:pt x="0" y="20"/>
                  <a:pt x="1" y="19"/>
                </a:cubicBezTo>
                <a:cubicBezTo>
                  <a:pt x="1" y="11"/>
                  <a:pt x="8" y="3"/>
                  <a:pt x="16" y="2"/>
                </a:cubicBezTo>
                <a:cubicBezTo>
                  <a:pt x="24" y="0"/>
                  <a:pt x="33" y="7"/>
                  <a:pt x="34" y="16"/>
                </a:cubicBezTo>
                <a:cubicBezTo>
                  <a:pt x="35" y="26"/>
                  <a:pt x="26" y="34"/>
                  <a:pt x="16" y="3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5" name="Freeform 64"/>
          <p:cNvSpPr/>
          <p:nvPr>
            <p:custDataLst>
              <p:tags r:id="rId77"/>
            </p:custDataLst>
          </p:nvPr>
        </p:nvSpPr>
        <p:spPr bwMode="auto">
          <a:xfrm>
            <a:off x="6761474" y="4204225"/>
            <a:ext cx="19695" cy="14461"/>
          </a:xfrm>
          <a:custGeom>
            <a:avLst/>
            <a:gdLst>
              <a:gd name="T0" fmla="*/ 10 w 22"/>
              <a:gd name="T1" fmla="*/ 18 h 19"/>
              <a:gd name="T2" fmla="*/ 2 w 22"/>
              <a:gd name="T3" fmla="*/ 7 h 19"/>
              <a:gd name="T4" fmla="*/ 11 w 22"/>
              <a:gd name="T5" fmla="*/ 0 h 19"/>
              <a:gd name="T6" fmla="*/ 21 w 22"/>
              <a:gd name="T7" fmla="*/ 5 h 19"/>
              <a:gd name="T8" fmla="*/ 21 w 22"/>
              <a:gd name="T9" fmla="*/ 12 h 19"/>
              <a:gd name="T10" fmla="*/ 10 w 22"/>
              <a:gd name="T11" fmla="*/ 18 h 19"/>
            </a:gdLst>
            <a:ahLst/>
            <a:cxnLst>
              <a:cxn ang="0">
                <a:pos x="T0" y="T1"/>
              </a:cxn>
              <a:cxn ang="0">
                <a:pos x="T2" y="T3"/>
              </a:cxn>
              <a:cxn ang="0">
                <a:pos x="T4" y="T5"/>
              </a:cxn>
              <a:cxn ang="0">
                <a:pos x="T6" y="T7"/>
              </a:cxn>
              <a:cxn ang="0">
                <a:pos x="T8" y="T9"/>
              </a:cxn>
              <a:cxn ang="0">
                <a:pos x="T10" y="T11"/>
              </a:cxn>
            </a:cxnLst>
            <a:rect l="0" t="0" r="r" b="b"/>
            <a:pathLst>
              <a:path w="22" h="19">
                <a:moveTo>
                  <a:pt x="10" y="18"/>
                </a:moveTo>
                <a:cubicBezTo>
                  <a:pt x="3" y="19"/>
                  <a:pt x="0" y="11"/>
                  <a:pt x="2" y="7"/>
                </a:cubicBezTo>
                <a:cubicBezTo>
                  <a:pt x="3" y="3"/>
                  <a:pt x="7" y="0"/>
                  <a:pt x="11" y="0"/>
                </a:cubicBezTo>
                <a:cubicBezTo>
                  <a:pt x="15" y="0"/>
                  <a:pt x="19" y="1"/>
                  <a:pt x="21" y="5"/>
                </a:cubicBezTo>
                <a:cubicBezTo>
                  <a:pt x="22" y="7"/>
                  <a:pt x="22" y="10"/>
                  <a:pt x="21" y="12"/>
                </a:cubicBezTo>
                <a:cubicBezTo>
                  <a:pt x="19" y="16"/>
                  <a:pt x="15" y="19"/>
                  <a:pt x="10" y="1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6" name="Freeform 65"/>
          <p:cNvSpPr/>
          <p:nvPr>
            <p:custDataLst>
              <p:tags r:id="rId78"/>
            </p:custDataLst>
          </p:nvPr>
        </p:nvSpPr>
        <p:spPr bwMode="auto">
          <a:xfrm>
            <a:off x="6350844" y="4287135"/>
            <a:ext cx="395021" cy="55273"/>
          </a:xfrm>
          <a:custGeom>
            <a:avLst/>
            <a:gdLst>
              <a:gd name="T0" fmla="*/ 120 w 446"/>
              <a:gd name="T1" fmla="*/ 72 h 72"/>
              <a:gd name="T2" fmla="*/ 79 w 446"/>
              <a:gd name="T3" fmla="*/ 70 h 72"/>
              <a:gd name="T4" fmla="*/ 43 w 446"/>
              <a:gd name="T5" fmla="*/ 65 h 72"/>
              <a:gd name="T6" fmla="*/ 12 w 446"/>
              <a:gd name="T7" fmla="*/ 57 h 72"/>
              <a:gd name="T8" fmla="*/ 4 w 446"/>
              <a:gd name="T9" fmla="*/ 54 h 72"/>
              <a:gd name="T10" fmla="*/ 2 w 446"/>
              <a:gd name="T11" fmla="*/ 52 h 72"/>
              <a:gd name="T12" fmla="*/ 2 w 446"/>
              <a:gd name="T13" fmla="*/ 47 h 72"/>
              <a:gd name="T14" fmla="*/ 5 w 446"/>
              <a:gd name="T15" fmla="*/ 46 h 72"/>
              <a:gd name="T16" fmla="*/ 6 w 446"/>
              <a:gd name="T17" fmla="*/ 46 h 72"/>
              <a:gd name="T18" fmla="*/ 53 w 446"/>
              <a:gd name="T19" fmla="*/ 59 h 72"/>
              <a:gd name="T20" fmla="*/ 81 w 446"/>
              <a:gd name="T21" fmla="*/ 62 h 72"/>
              <a:gd name="T22" fmla="*/ 122 w 446"/>
              <a:gd name="T23" fmla="*/ 64 h 72"/>
              <a:gd name="T24" fmla="*/ 152 w 446"/>
              <a:gd name="T25" fmla="*/ 62 h 72"/>
              <a:gd name="T26" fmla="*/ 177 w 446"/>
              <a:gd name="T27" fmla="*/ 61 h 72"/>
              <a:gd name="T28" fmla="*/ 206 w 446"/>
              <a:gd name="T29" fmla="*/ 59 h 72"/>
              <a:gd name="T30" fmla="*/ 222 w 446"/>
              <a:gd name="T31" fmla="*/ 58 h 72"/>
              <a:gd name="T32" fmla="*/ 237 w 446"/>
              <a:gd name="T33" fmla="*/ 57 h 72"/>
              <a:gd name="T34" fmla="*/ 263 w 446"/>
              <a:gd name="T35" fmla="*/ 54 h 72"/>
              <a:gd name="T36" fmla="*/ 283 w 446"/>
              <a:gd name="T37" fmla="*/ 51 h 72"/>
              <a:gd name="T38" fmla="*/ 324 w 446"/>
              <a:gd name="T39" fmla="*/ 43 h 72"/>
              <a:gd name="T40" fmla="*/ 363 w 446"/>
              <a:gd name="T41" fmla="*/ 32 h 72"/>
              <a:gd name="T42" fmla="*/ 422 w 446"/>
              <a:gd name="T43" fmla="*/ 9 h 72"/>
              <a:gd name="T44" fmla="*/ 440 w 446"/>
              <a:gd name="T45" fmla="*/ 1 h 72"/>
              <a:gd name="T46" fmla="*/ 445 w 446"/>
              <a:gd name="T47" fmla="*/ 2 h 72"/>
              <a:gd name="T48" fmla="*/ 444 w 446"/>
              <a:gd name="T49" fmla="*/ 7 h 72"/>
              <a:gd name="T50" fmla="*/ 438 w 446"/>
              <a:gd name="T51" fmla="*/ 10 h 72"/>
              <a:gd name="T52" fmla="*/ 381 w 446"/>
              <a:gd name="T53" fmla="*/ 35 h 72"/>
              <a:gd name="T54" fmla="*/ 307 w 446"/>
              <a:gd name="T55" fmla="*/ 55 h 72"/>
              <a:gd name="T56" fmla="*/ 266 w 446"/>
              <a:gd name="T57" fmla="*/ 62 h 72"/>
              <a:gd name="T58" fmla="*/ 239 w 446"/>
              <a:gd name="T59" fmla="*/ 65 h 72"/>
              <a:gd name="T60" fmla="*/ 207 w 446"/>
              <a:gd name="T61" fmla="*/ 67 h 72"/>
              <a:gd name="T62" fmla="*/ 192 w 446"/>
              <a:gd name="T63" fmla="*/ 68 h 72"/>
              <a:gd name="T64" fmla="*/ 161 w 446"/>
              <a:gd name="T65" fmla="*/ 70 h 72"/>
              <a:gd name="T66" fmla="*/ 149 w 446"/>
              <a:gd name="T67" fmla="*/ 71 h 72"/>
              <a:gd name="T68" fmla="*/ 120 w 446"/>
              <a:gd name="T6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6" h="72">
                <a:moveTo>
                  <a:pt x="120" y="72"/>
                </a:moveTo>
                <a:cubicBezTo>
                  <a:pt x="109" y="72"/>
                  <a:pt x="94" y="72"/>
                  <a:pt x="79" y="70"/>
                </a:cubicBezTo>
                <a:cubicBezTo>
                  <a:pt x="67" y="69"/>
                  <a:pt x="55" y="68"/>
                  <a:pt x="43" y="65"/>
                </a:cubicBezTo>
                <a:cubicBezTo>
                  <a:pt x="33" y="63"/>
                  <a:pt x="22" y="60"/>
                  <a:pt x="12" y="57"/>
                </a:cubicBezTo>
                <a:cubicBezTo>
                  <a:pt x="9" y="56"/>
                  <a:pt x="7" y="55"/>
                  <a:pt x="4" y="54"/>
                </a:cubicBezTo>
                <a:cubicBezTo>
                  <a:pt x="3" y="53"/>
                  <a:pt x="2" y="53"/>
                  <a:pt x="2" y="52"/>
                </a:cubicBezTo>
                <a:cubicBezTo>
                  <a:pt x="1" y="50"/>
                  <a:pt x="0" y="49"/>
                  <a:pt x="2" y="47"/>
                </a:cubicBezTo>
                <a:cubicBezTo>
                  <a:pt x="3" y="46"/>
                  <a:pt x="4" y="46"/>
                  <a:pt x="5" y="46"/>
                </a:cubicBezTo>
                <a:cubicBezTo>
                  <a:pt x="6" y="46"/>
                  <a:pt x="6" y="46"/>
                  <a:pt x="6" y="46"/>
                </a:cubicBezTo>
                <a:cubicBezTo>
                  <a:pt x="21" y="53"/>
                  <a:pt x="37" y="56"/>
                  <a:pt x="53" y="59"/>
                </a:cubicBezTo>
                <a:cubicBezTo>
                  <a:pt x="62" y="61"/>
                  <a:pt x="71" y="61"/>
                  <a:pt x="81" y="62"/>
                </a:cubicBezTo>
                <a:cubicBezTo>
                  <a:pt x="94" y="64"/>
                  <a:pt x="108" y="64"/>
                  <a:pt x="122" y="64"/>
                </a:cubicBezTo>
                <a:cubicBezTo>
                  <a:pt x="132" y="64"/>
                  <a:pt x="142" y="63"/>
                  <a:pt x="152" y="62"/>
                </a:cubicBezTo>
                <a:cubicBezTo>
                  <a:pt x="160" y="62"/>
                  <a:pt x="169" y="61"/>
                  <a:pt x="177" y="61"/>
                </a:cubicBezTo>
                <a:cubicBezTo>
                  <a:pt x="187" y="60"/>
                  <a:pt x="196" y="59"/>
                  <a:pt x="206" y="59"/>
                </a:cubicBezTo>
                <a:cubicBezTo>
                  <a:pt x="211" y="58"/>
                  <a:pt x="217" y="58"/>
                  <a:pt x="222" y="58"/>
                </a:cubicBezTo>
                <a:cubicBezTo>
                  <a:pt x="227" y="58"/>
                  <a:pt x="232" y="57"/>
                  <a:pt x="237" y="57"/>
                </a:cubicBezTo>
                <a:cubicBezTo>
                  <a:pt x="246" y="56"/>
                  <a:pt x="255" y="55"/>
                  <a:pt x="263" y="54"/>
                </a:cubicBezTo>
                <a:cubicBezTo>
                  <a:pt x="270" y="53"/>
                  <a:pt x="277" y="52"/>
                  <a:pt x="283" y="51"/>
                </a:cubicBezTo>
                <a:cubicBezTo>
                  <a:pt x="297" y="48"/>
                  <a:pt x="311" y="46"/>
                  <a:pt x="324" y="43"/>
                </a:cubicBezTo>
                <a:cubicBezTo>
                  <a:pt x="337" y="40"/>
                  <a:pt x="350" y="36"/>
                  <a:pt x="363" y="32"/>
                </a:cubicBezTo>
                <a:cubicBezTo>
                  <a:pt x="383" y="26"/>
                  <a:pt x="403" y="19"/>
                  <a:pt x="422" y="9"/>
                </a:cubicBezTo>
                <a:cubicBezTo>
                  <a:pt x="428" y="7"/>
                  <a:pt x="434" y="4"/>
                  <a:pt x="440" y="1"/>
                </a:cubicBezTo>
                <a:cubicBezTo>
                  <a:pt x="442" y="0"/>
                  <a:pt x="444" y="1"/>
                  <a:pt x="445" y="2"/>
                </a:cubicBezTo>
                <a:cubicBezTo>
                  <a:pt x="446" y="4"/>
                  <a:pt x="446" y="5"/>
                  <a:pt x="444" y="7"/>
                </a:cubicBezTo>
                <a:cubicBezTo>
                  <a:pt x="442" y="8"/>
                  <a:pt x="440" y="10"/>
                  <a:pt x="438" y="10"/>
                </a:cubicBezTo>
                <a:cubicBezTo>
                  <a:pt x="420" y="20"/>
                  <a:pt x="401" y="28"/>
                  <a:pt x="381" y="35"/>
                </a:cubicBezTo>
                <a:cubicBezTo>
                  <a:pt x="357" y="43"/>
                  <a:pt x="332" y="50"/>
                  <a:pt x="307" y="55"/>
                </a:cubicBezTo>
                <a:cubicBezTo>
                  <a:pt x="293" y="58"/>
                  <a:pt x="280" y="60"/>
                  <a:pt x="266" y="62"/>
                </a:cubicBezTo>
                <a:cubicBezTo>
                  <a:pt x="257" y="63"/>
                  <a:pt x="248" y="64"/>
                  <a:pt x="239" y="65"/>
                </a:cubicBezTo>
                <a:cubicBezTo>
                  <a:pt x="228" y="66"/>
                  <a:pt x="218" y="66"/>
                  <a:pt x="207" y="67"/>
                </a:cubicBezTo>
                <a:cubicBezTo>
                  <a:pt x="202" y="68"/>
                  <a:pt x="197" y="68"/>
                  <a:pt x="192" y="68"/>
                </a:cubicBezTo>
                <a:cubicBezTo>
                  <a:pt x="182" y="69"/>
                  <a:pt x="172" y="70"/>
                  <a:pt x="161" y="70"/>
                </a:cubicBezTo>
                <a:cubicBezTo>
                  <a:pt x="157" y="71"/>
                  <a:pt x="153" y="71"/>
                  <a:pt x="149" y="71"/>
                </a:cubicBezTo>
                <a:cubicBezTo>
                  <a:pt x="141" y="71"/>
                  <a:pt x="132" y="72"/>
                  <a:pt x="120" y="72"/>
                </a:cubicBezTo>
                <a:close/>
              </a:path>
            </a:pathLst>
          </a:custGeom>
          <a:solidFill>
            <a:srgbClr val="3F25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7" name="Freeform 61"/>
          <p:cNvSpPr/>
          <p:nvPr>
            <p:custDataLst>
              <p:tags r:id="rId79"/>
            </p:custDataLst>
          </p:nvPr>
        </p:nvSpPr>
        <p:spPr bwMode="auto">
          <a:xfrm>
            <a:off x="6838514" y="4070579"/>
            <a:ext cx="27352"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8" name="Freeform 61"/>
          <p:cNvSpPr/>
          <p:nvPr>
            <p:custDataLst>
              <p:tags r:id="rId80"/>
            </p:custDataLst>
          </p:nvPr>
        </p:nvSpPr>
        <p:spPr bwMode="auto">
          <a:xfrm>
            <a:off x="6276789" y="4117577"/>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79" name="Freeform 61"/>
          <p:cNvSpPr/>
          <p:nvPr>
            <p:custDataLst>
              <p:tags r:id="rId81"/>
            </p:custDataLst>
          </p:nvPr>
        </p:nvSpPr>
        <p:spPr bwMode="auto">
          <a:xfrm>
            <a:off x="6804492" y="3988021"/>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80" name="Freeform 61"/>
          <p:cNvSpPr/>
          <p:nvPr>
            <p:custDataLst>
              <p:tags r:id="rId82"/>
            </p:custDataLst>
          </p:nvPr>
        </p:nvSpPr>
        <p:spPr bwMode="auto">
          <a:xfrm>
            <a:off x="6803178" y="4139900"/>
            <a:ext cx="36418" cy="29243"/>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81" name="Freeform 61"/>
          <p:cNvSpPr/>
          <p:nvPr>
            <p:custDataLst>
              <p:tags r:id="rId83"/>
            </p:custDataLst>
          </p:nvPr>
        </p:nvSpPr>
        <p:spPr bwMode="auto">
          <a:xfrm>
            <a:off x="6331073" y="4188516"/>
            <a:ext cx="25398"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82" name="Freeform 61"/>
          <p:cNvSpPr/>
          <p:nvPr>
            <p:custDataLst>
              <p:tags r:id="rId84"/>
            </p:custDataLst>
          </p:nvPr>
        </p:nvSpPr>
        <p:spPr bwMode="auto">
          <a:xfrm>
            <a:off x="6277198" y="4036751"/>
            <a:ext cx="25398" cy="21964"/>
          </a:xfrm>
          <a:custGeom>
            <a:avLst/>
            <a:gdLst>
              <a:gd name="T0" fmla="*/ 18 w 41"/>
              <a:gd name="T1" fmla="*/ 38 h 38"/>
              <a:gd name="T2" fmla="*/ 0 w 41"/>
              <a:gd name="T3" fmla="*/ 20 h 38"/>
              <a:gd name="T4" fmla="*/ 7 w 41"/>
              <a:gd name="T5" fmla="*/ 5 h 38"/>
              <a:gd name="T6" fmla="*/ 31 w 41"/>
              <a:gd name="T7" fmla="*/ 3 h 38"/>
              <a:gd name="T8" fmla="*/ 39 w 41"/>
              <a:gd name="T9" fmla="*/ 20 h 38"/>
              <a:gd name="T10" fmla="*/ 26 w 41"/>
              <a:gd name="T11" fmla="*/ 36 h 38"/>
              <a:gd name="T12" fmla="*/ 18 w 4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18" y="38"/>
                </a:moveTo>
                <a:cubicBezTo>
                  <a:pt x="8" y="38"/>
                  <a:pt x="0" y="30"/>
                  <a:pt x="0" y="20"/>
                </a:cubicBezTo>
                <a:cubicBezTo>
                  <a:pt x="0" y="14"/>
                  <a:pt x="2" y="9"/>
                  <a:pt x="7" y="5"/>
                </a:cubicBezTo>
                <a:cubicBezTo>
                  <a:pt x="15" y="0"/>
                  <a:pt x="22" y="0"/>
                  <a:pt x="31" y="3"/>
                </a:cubicBezTo>
                <a:cubicBezTo>
                  <a:pt x="37" y="5"/>
                  <a:pt x="41" y="14"/>
                  <a:pt x="39" y="20"/>
                </a:cubicBezTo>
                <a:cubicBezTo>
                  <a:pt x="37" y="27"/>
                  <a:pt x="33" y="33"/>
                  <a:pt x="26" y="36"/>
                </a:cubicBezTo>
                <a:cubicBezTo>
                  <a:pt x="24" y="37"/>
                  <a:pt x="21" y="37"/>
                  <a:pt x="18" y="38"/>
                </a:cubicBezTo>
                <a:close/>
              </a:path>
            </a:pathLst>
          </a:custGeom>
          <a:solidFill>
            <a:schemeClr val="accent1">
              <a:lumMod val="75000"/>
            </a:schemeClr>
          </a:solidFill>
          <a:ln>
            <a:noFill/>
          </a:ln>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Tree>
    <p:custDataLst>
      <p:tags r:id="rId1"/>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4"/>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矩形 8"/>
          <p:cNvSpPr/>
          <p:nvPr>
            <p:custDataLst>
              <p:tags r:id="rId5"/>
            </p:custDataLst>
          </p:nvPr>
        </p:nvSpPr>
        <p:spPr>
          <a:xfrm>
            <a:off x="1115379" y="918453"/>
            <a:ext cx="9934947" cy="532532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278123" y="609371"/>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115377" y="686026"/>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631342" y="6031678"/>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468596" y="6108332"/>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10"/>
            </p:custDataLst>
          </p:nvPr>
        </p:nvSpPr>
        <p:spPr>
          <a:xfrm>
            <a:off x="1412527" y="1180231"/>
            <a:ext cx="9340650" cy="4801767"/>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Technical Specifications:
Introduction to Java: Use Java's basic syntax and control structures to handle user input and display outputs.
Objects and Classes: Create classes for accounts, transactions, and users.
Inheritance and Polymorphism: Differentiate between different types of bank accounts (e.g., Checking, Savings) using inheritance.</a:t>
            </a:r>
          </a:p>
        </p:txBody>
      </p:sp>
    </p:spTree>
    <p:custDataLst>
      <p:tags r:id="rId1"/>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4"/>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cxnSp>
        <p:nvCxnSpPr>
          <p:cNvPr id="2" name="直接连接符 1"/>
          <p:cNvCxnSpPr/>
          <p:nvPr>
            <p:custDataLst>
              <p:tags r:id="rId5"/>
            </p:custDataLst>
          </p:nvPr>
        </p:nvCxnSpPr>
        <p:spPr>
          <a:xfrm>
            <a:off x="2669615" y="3561733"/>
            <a:ext cx="6698582" cy="0"/>
          </a:xfrm>
          <a:prstGeom prst="line">
            <a:avLst/>
          </a:prstGeom>
          <a:ln w="25400" cap="rnd">
            <a:solidFill>
              <a:schemeClr val="lt1">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75" name="椭圆 74"/>
          <p:cNvSpPr/>
          <p:nvPr>
            <p:custDataLst>
              <p:tags r:id="rId6"/>
            </p:custDataLst>
          </p:nvPr>
        </p:nvSpPr>
        <p:spPr>
          <a:xfrm>
            <a:off x="4039225" y="2953629"/>
            <a:ext cx="412220" cy="413007"/>
          </a:xfrm>
          <a:prstGeom prst="ellipse">
            <a:avLst/>
          </a:prstGeom>
          <a:solidFill>
            <a:srgbClr val="54C8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dk1">
                  <a:lumMod val="85000"/>
                  <a:lumOff val="15000"/>
                </a:schemeClr>
              </a:solidFill>
              <a:latin typeface="微软雅黑" panose="020B0503020204020204" charset="-122"/>
              <a:ea typeface="微软雅黑" panose="020B0503020204020204" charset="-122"/>
            </a:endParaRPr>
          </a:p>
        </p:txBody>
      </p:sp>
      <p:sp>
        <p:nvSpPr>
          <p:cNvPr id="76" name="文本框 75"/>
          <p:cNvSpPr txBox="1"/>
          <p:nvPr>
            <p:custDataLst>
              <p:tags r:id="rId7"/>
            </p:custDataLst>
          </p:nvPr>
        </p:nvSpPr>
        <p:spPr>
          <a:xfrm>
            <a:off x="3996351" y="2970150"/>
            <a:ext cx="497969" cy="379967"/>
          </a:xfrm>
          <a:prstGeom prst="rect">
            <a:avLst/>
          </a:prstGeom>
          <a:noFill/>
        </p:spPr>
        <p:txBody>
          <a:bodyPr wrap="square" rtlCol="0">
            <a:normAutofit/>
          </a:bodyPr>
          <a:lstStyle/>
          <a:p>
            <a:r>
              <a:rPr lang="en-US" altLang="zh-CN" sz="1400" b="1" dirty="0">
                <a:solidFill>
                  <a:schemeClr val="lt1"/>
                </a:solidFill>
                <a:latin typeface="微软雅黑" panose="020B0503020204020204" charset="-122"/>
                <a:ea typeface="微软雅黑" panose="020B0503020204020204" charset="-122"/>
                <a:cs typeface="Arial" panose="020B0604020202020204" pitchFamily="34" charset="0"/>
              </a:rPr>
              <a:t>01</a:t>
            </a:r>
          </a:p>
        </p:txBody>
      </p:sp>
      <p:cxnSp>
        <p:nvCxnSpPr>
          <p:cNvPr id="11" name="直接连接符 10"/>
          <p:cNvCxnSpPr>
            <a:stCxn id="13" idx="0"/>
            <a:endCxn id="75" idx="4"/>
          </p:cNvCxnSpPr>
          <p:nvPr>
            <p:custDataLst>
              <p:tags r:id="rId8"/>
            </p:custDataLst>
          </p:nvPr>
        </p:nvCxnSpPr>
        <p:spPr>
          <a:xfrm flipV="1">
            <a:off x="4245487" y="3366001"/>
            <a:ext cx="0" cy="156210"/>
          </a:xfrm>
          <a:prstGeom prst="line">
            <a:avLst/>
          </a:prstGeom>
          <a:ln>
            <a:solidFill>
              <a:srgbClr val="54C888"/>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9"/>
            </p:custDataLst>
          </p:nvPr>
        </p:nvSpPr>
        <p:spPr>
          <a:xfrm>
            <a:off x="4205214" y="3522399"/>
            <a:ext cx="81028" cy="81028"/>
          </a:xfrm>
          <a:prstGeom prst="ellipse">
            <a:avLst/>
          </a:prstGeom>
          <a:solidFill>
            <a:srgbClr val="54C8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49" name="椭圆 148"/>
          <p:cNvSpPr/>
          <p:nvPr>
            <p:custDataLst>
              <p:tags r:id="rId10"/>
            </p:custDataLst>
          </p:nvPr>
        </p:nvSpPr>
        <p:spPr>
          <a:xfrm flipV="1">
            <a:off x="4311416" y="3761550"/>
            <a:ext cx="413007" cy="413007"/>
          </a:xfrm>
          <a:prstGeom prst="ellipse">
            <a:avLst/>
          </a:prstGeom>
          <a:solidFill>
            <a:srgbClr val="42C2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dk1">
                  <a:lumMod val="85000"/>
                  <a:lumOff val="15000"/>
                </a:schemeClr>
              </a:solidFill>
              <a:latin typeface="微软雅黑" panose="020B0503020204020204" charset="-122"/>
              <a:ea typeface="微软雅黑" panose="020B0503020204020204" charset="-122"/>
            </a:endParaRPr>
          </a:p>
        </p:txBody>
      </p:sp>
      <p:cxnSp>
        <p:nvCxnSpPr>
          <p:cNvPr id="151" name="直接连接符 150"/>
          <p:cNvCxnSpPr>
            <a:stCxn id="152" idx="0"/>
            <a:endCxn id="149" idx="4"/>
          </p:cNvCxnSpPr>
          <p:nvPr>
            <p:custDataLst>
              <p:tags r:id="rId11"/>
            </p:custDataLst>
          </p:nvPr>
        </p:nvCxnSpPr>
        <p:spPr>
          <a:xfrm flipH="1">
            <a:off x="4517830" y="3605787"/>
            <a:ext cx="635" cy="156210"/>
          </a:xfrm>
          <a:prstGeom prst="line">
            <a:avLst/>
          </a:prstGeom>
          <a:ln>
            <a:solidFill>
              <a:srgbClr val="42C2AA"/>
            </a:solidFill>
          </a:ln>
        </p:spPr>
        <p:style>
          <a:lnRef idx="1">
            <a:schemeClr val="accent1"/>
          </a:lnRef>
          <a:fillRef idx="0">
            <a:schemeClr val="accent1"/>
          </a:fillRef>
          <a:effectRef idx="0">
            <a:schemeClr val="accent1"/>
          </a:effectRef>
          <a:fontRef idx="minor">
            <a:schemeClr val="tx1"/>
          </a:fontRef>
        </p:style>
      </p:cxnSp>
      <p:sp>
        <p:nvSpPr>
          <p:cNvPr id="152" name="椭圆 151"/>
          <p:cNvSpPr/>
          <p:nvPr>
            <p:custDataLst>
              <p:tags r:id="rId12"/>
            </p:custDataLst>
          </p:nvPr>
        </p:nvSpPr>
        <p:spPr>
          <a:xfrm flipV="1">
            <a:off x="4478192" y="3524759"/>
            <a:ext cx="81028" cy="81028"/>
          </a:xfrm>
          <a:prstGeom prst="ellipse">
            <a:avLst/>
          </a:prstGeom>
          <a:solidFill>
            <a:srgbClr val="42C2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54" name="文本框 153"/>
          <p:cNvSpPr txBox="1"/>
          <p:nvPr>
            <p:custDataLst>
              <p:tags r:id="rId13"/>
            </p:custDataLst>
          </p:nvPr>
        </p:nvSpPr>
        <p:spPr>
          <a:xfrm>
            <a:off x="4268543" y="3778070"/>
            <a:ext cx="498755" cy="379967"/>
          </a:xfrm>
          <a:prstGeom prst="rect">
            <a:avLst/>
          </a:prstGeom>
          <a:noFill/>
        </p:spPr>
        <p:txBody>
          <a:bodyPr wrap="square" rtlCol="0">
            <a:normAutofit/>
          </a:bodyPr>
          <a:lstStyle/>
          <a:p>
            <a:r>
              <a:rPr lang="en-US" altLang="zh-CN" sz="1400" b="1" dirty="0">
                <a:solidFill>
                  <a:schemeClr val="lt1"/>
                </a:solidFill>
                <a:latin typeface="微软雅黑" panose="020B0503020204020204" charset="-122"/>
                <a:ea typeface="微软雅黑" panose="020B0503020204020204" charset="-122"/>
                <a:cs typeface="Arial" panose="020B0604020202020204" pitchFamily="34" charset="0"/>
              </a:rPr>
              <a:t>02</a:t>
            </a:r>
          </a:p>
        </p:txBody>
      </p:sp>
      <p:sp>
        <p:nvSpPr>
          <p:cNvPr id="157" name="椭圆 156"/>
          <p:cNvSpPr/>
          <p:nvPr>
            <p:custDataLst>
              <p:tags r:id="rId14"/>
            </p:custDataLst>
          </p:nvPr>
        </p:nvSpPr>
        <p:spPr>
          <a:xfrm>
            <a:off x="7418803" y="2952843"/>
            <a:ext cx="412220" cy="413007"/>
          </a:xfrm>
          <a:prstGeom prst="ellipse">
            <a:avLst/>
          </a:prstGeom>
          <a:solidFill>
            <a:srgbClr val="42C2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dk1">
                  <a:lumMod val="85000"/>
                  <a:lumOff val="15000"/>
                </a:schemeClr>
              </a:solidFill>
              <a:latin typeface="微软雅黑" panose="020B0503020204020204" charset="-122"/>
              <a:ea typeface="微软雅黑" panose="020B0503020204020204" charset="-122"/>
            </a:endParaRPr>
          </a:p>
        </p:txBody>
      </p:sp>
      <p:sp>
        <p:nvSpPr>
          <p:cNvPr id="158" name="文本框 157"/>
          <p:cNvSpPr txBox="1"/>
          <p:nvPr>
            <p:custDataLst>
              <p:tags r:id="rId15"/>
            </p:custDataLst>
          </p:nvPr>
        </p:nvSpPr>
        <p:spPr>
          <a:xfrm>
            <a:off x="7375929" y="2968576"/>
            <a:ext cx="497969" cy="381540"/>
          </a:xfrm>
          <a:prstGeom prst="rect">
            <a:avLst/>
          </a:prstGeom>
          <a:noFill/>
        </p:spPr>
        <p:txBody>
          <a:bodyPr wrap="square" rtlCol="0">
            <a:normAutofit/>
          </a:bodyPr>
          <a:lstStyle/>
          <a:p>
            <a:r>
              <a:rPr lang="en-US" altLang="zh-CN" sz="1400" b="1" dirty="0">
                <a:solidFill>
                  <a:schemeClr val="lt1"/>
                </a:solidFill>
                <a:latin typeface="微软雅黑" panose="020B0503020204020204" charset="-122"/>
                <a:ea typeface="微软雅黑" panose="020B0503020204020204" charset="-122"/>
                <a:cs typeface="Arial" panose="020B0604020202020204" pitchFamily="34" charset="0"/>
              </a:rPr>
              <a:t>03</a:t>
            </a:r>
          </a:p>
        </p:txBody>
      </p:sp>
      <p:cxnSp>
        <p:nvCxnSpPr>
          <p:cNvPr id="159" name="直接连接符 158"/>
          <p:cNvCxnSpPr>
            <a:stCxn id="160" idx="0"/>
            <a:endCxn id="157" idx="4"/>
          </p:cNvCxnSpPr>
          <p:nvPr>
            <p:custDataLst>
              <p:tags r:id="rId16"/>
            </p:custDataLst>
          </p:nvPr>
        </p:nvCxnSpPr>
        <p:spPr>
          <a:xfrm flipH="1" flipV="1">
            <a:off x="7624913" y="3365215"/>
            <a:ext cx="635" cy="156845"/>
          </a:xfrm>
          <a:prstGeom prst="line">
            <a:avLst/>
          </a:prstGeom>
          <a:ln>
            <a:solidFill>
              <a:srgbClr val="42AAC2"/>
            </a:solidFill>
          </a:ln>
        </p:spPr>
        <p:style>
          <a:lnRef idx="1">
            <a:schemeClr val="accent1"/>
          </a:lnRef>
          <a:fillRef idx="0">
            <a:schemeClr val="accent1"/>
          </a:fillRef>
          <a:effectRef idx="0">
            <a:schemeClr val="accent1"/>
          </a:effectRef>
          <a:fontRef idx="minor">
            <a:schemeClr val="tx1"/>
          </a:fontRef>
        </p:style>
      </p:cxnSp>
      <p:sp>
        <p:nvSpPr>
          <p:cNvPr id="160" name="椭圆 159"/>
          <p:cNvSpPr/>
          <p:nvPr>
            <p:custDataLst>
              <p:tags r:id="rId17"/>
            </p:custDataLst>
          </p:nvPr>
        </p:nvSpPr>
        <p:spPr>
          <a:xfrm>
            <a:off x="7584792" y="3522399"/>
            <a:ext cx="81028" cy="81028"/>
          </a:xfrm>
          <a:prstGeom prst="ellipse">
            <a:avLst/>
          </a:prstGeom>
          <a:solidFill>
            <a:srgbClr val="42C2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68" name="椭圆 167"/>
          <p:cNvSpPr/>
          <p:nvPr>
            <p:custDataLst>
              <p:tags r:id="rId18"/>
            </p:custDataLst>
          </p:nvPr>
        </p:nvSpPr>
        <p:spPr>
          <a:xfrm flipV="1">
            <a:off x="7676834" y="3761550"/>
            <a:ext cx="412220" cy="413007"/>
          </a:xfrm>
          <a:prstGeom prst="ellipse">
            <a:avLst/>
          </a:prstGeom>
          <a:solidFill>
            <a:srgbClr val="589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dk1">
                  <a:lumMod val="85000"/>
                  <a:lumOff val="15000"/>
                </a:schemeClr>
              </a:solidFill>
              <a:latin typeface="微软雅黑" panose="020B0503020204020204" charset="-122"/>
              <a:ea typeface="微软雅黑" panose="020B0503020204020204" charset="-122"/>
            </a:endParaRPr>
          </a:p>
        </p:txBody>
      </p:sp>
      <p:cxnSp>
        <p:nvCxnSpPr>
          <p:cNvPr id="169" name="直接连接符 168"/>
          <p:cNvCxnSpPr>
            <a:stCxn id="170" idx="0"/>
            <a:endCxn id="168" idx="4"/>
          </p:cNvCxnSpPr>
          <p:nvPr>
            <p:custDataLst>
              <p:tags r:id="rId19"/>
            </p:custDataLst>
          </p:nvPr>
        </p:nvCxnSpPr>
        <p:spPr>
          <a:xfrm>
            <a:off x="7883731" y="3605787"/>
            <a:ext cx="0" cy="156210"/>
          </a:xfrm>
          <a:prstGeom prst="line">
            <a:avLst/>
          </a:prstGeom>
          <a:ln>
            <a:solidFill>
              <a:srgbClr val="5898CC"/>
            </a:solidFill>
          </a:ln>
        </p:spPr>
        <p:style>
          <a:lnRef idx="1">
            <a:schemeClr val="accent1"/>
          </a:lnRef>
          <a:fillRef idx="0">
            <a:schemeClr val="accent1"/>
          </a:fillRef>
          <a:effectRef idx="0">
            <a:schemeClr val="accent1"/>
          </a:effectRef>
          <a:fontRef idx="minor">
            <a:schemeClr val="tx1"/>
          </a:fontRef>
        </p:style>
      </p:cxnSp>
      <p:sp>
        <p:nvSpPr>
          <p:cNvPr id="170" name="椭圆 169"/>
          <p:cNvSpPr/>
          <p:nvPr>
            <p:custDataLst>
              <p:tags r:id="rId20"/>
            </p:custDataLst>
          </p:nvPr>
        </p:nvSpPr>
        <p:spPr>
          <a:xfrm flipV="1">
            <a:off x="7842823" y="3524759"/>
            <a:ext cx="81028" cy="81028"/>
          </a:xfrm>
          <a:prstGeom prst="ellipse">
            <a:avLst/>
          </a:prstGeom>
          <a:solidFill>
            <a:srgbClr val="589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71" name="文本框 170"/>
          <p:cNvSpPr txBox="1"/>
          <p:nvPr>
            <p:custDataLst>
              <p:tags r:id="rId21"/>
            </p:custDataLst>
          </p:nvPr>
        </p:nvSpPr>
        <p:spPr>
          <a:xfrm>
            <a:off x="7633960" y="3777677"/>
            <a:ext cx="497969" cy="380753"/>
          </a:xfrm>
          <a:prstGeom prst="rect">
            <a:avLst/>
          </a:prstGeom>
          <a:noFill/>
        </p:spPr>
        <p:txBody>
          <a:bodyPr wrap="square" rtlCol="0">
            <a:normAutofit/>
          </a:bodyPr>
          <a:lstStyle/>
          <a:p>
            <a:r>
              <a:rPr lang="en-US" altLang="zh-CN" sz="1400" b="1" dirty="0">
                <a:solidFill>
                  <a:schemeClr val="lt1"/>
                </a:solidFill>
                <a:latin typeface="微软雅黑" panose="020B0503020204020204" charset="-122"/>
                <a:ea typeface="微软雅黑" panose="020B0503020204020204" charset="-122"/>
                <a:cs typeface="Arial" panose="020B0604020202020204" pitchFamily="34" charset="0"/>
              </a:rPr>
              <a:t>04</a:t>
            </a:r>
          </a:p>
        </p:txBody>
      </p:sp>
      <p:sp>
        <p:nvSpPr>
          <p:cNvPr id="31" name="等腰三角形 30"/>
          <p:cNvSpPr/>
          <p:nvPr>
            <p:custDataLst>
              <p:tags r:id="rId22"/>
            </p:custDataLst>
          </p:nvPr>
        </p:nvSpPr>
        <p:spPr>
          <a:xfrm rot="5400000">
            <a:off x="9360329" y="3484638"/>
            <a:ext cx="169923" cy="154189"/>
          </a:xfrm>
          <a:prstGeom prst="triangle">
            <a:avLst/>
          </a:prstGeom>
          <a:solidFill>
            <a:srgbClr val="54C8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9" name="文本框 18"/>
          <p:cNvSpPr txBox="1"/>
          <p:nvPr>
            <p:custDataLst>
              <p:tags r:id="rId23"/>
            </p:custDataLst>
          </p:nvPr>
        </p:nvSpPr>
        <p:spPr>
          <a:xfrm>
            <a:off x="2775816" y="1055370"/>
            <a:ext cx="3123120" cy="1748790"/>
          </a:xfrm>
          <a:prstGeom prst="rect">
            <a:avLst/>
          </a:prstGeom>
          <a:noFill/>
        </p:spPr>
        <p:txBody>
          <a:bodyPr wrap="square" rtlCol="0" anchor="b" anchorCtr="0">
            <a:normAutofit/>
          </a:bodyPr>
          <a:lstStyle/>
          <a:p>
            <a:pPr algn="l" fontAlgn="auto">
              <a:lnSpc>
                <a:spcPct val="140000"/>
              </a:lnSpc>
              <a:spcBef>
                <a:spcPts val="0"/>
              </a:spcBef>
              <a:spcAft>
                <a:spcPts val="0"/>
              </a:spcAft>
            </a:pPr>
            <a:r>
              <a:rPr lang="zh-CN" altLang="en-US" sz="1600">
                <a:solidFill>
                  <a:schemeClr val="dk1">
                    <a:lumMod val="85000"/>
                    <a:lumOff val="15000"/>
                  </a:schemeClr>
                </a:solidFill>
                <a:uFillTx/>
                <a:latin typeface="微软雅黑" panose="020B0503020204020204" charset="-122"/>
                <a:ea typeface="微软雅黑" panose="020B0503020204020204" charset="-122"/>
                <a:sym typeface="+mn-ea"/>
              </a:rPr>
              <a:t>Generics: Use generics to manage lists of transactions and accounts securely.</a:t>
            </a:r>
          </a:p>
        </p:txBody>
      </p:sp>
      <p:sp>
        <p:nvSpPr>
          <p:cNvPr id="20" name="文本框 19"/>
          <p:cNvSpPr txBox="1"/>
          <p:nvPr>
            <p:custDataLst>
              <p:tags r:id="rId24"/>
            </p:custDataLst>
          </p:nvPr>
        </p:nvSpPr>
        <p:spPr>
          <a:xfrm>
            <a:off x="6209675" y="1055370"/>
            <a:ext cx="3123120" cy="1748790"/>
          </a:xfrm>
          <a:prstGeom prst="rect">
            <a:avLst/>
          </a:prstGeom>
          <a:noFill/>
        </p:spPr>
        <p:txBody>
          <a:bodyPr wrap="square" rtlCol="0" anchor="b" anchorCtr="0">
            <a:normAutofit lnSpcReduction="10000"/>
          </a:bodyPr>
          <a:lstStyle/>
          <a:p>
            <a:pPr algn="l" fontAlgn="auto">
              <a:lnSpc>
                <a:spcPct val="140000"/>
              </a:lnSpc>
              <a:spcBef>
                <a:spcPts val="0"/>
              </a:spcBef>
              <a:spcAft>
                <a:spcPts val="0"/>
              </a:spcAft>
            </a:pPr>
            <a:r>
              <a:rPr lang="zh-CN" altLang="en-US" sz="1600">
                <a:solidFill>
                  <a:schemeClr val="dk1">
                    <a:lumMod val="85000"/>
                    <a:lumOff val="15000"/>
                  </a:schemeClr>
                </a:solidFill>
                <a:uFillTx/>
                <a:latin typeface="微软雅黑" panose="020B0503020204020204" charset="-122"/>
                <a:ea typeface="微软雅黑" panose="020B0503020204020204" charset="-122"/>
                <a:sym typeface="+mn-ea"/>
              </a:rPr>
              <a:t>Collections and Data Structures: Utilize Java collections (e.g. ArrayList) to manage user and account data.</a:t>
            </a:r>
          </a:p>
        </p:txBody>
      </p:sp>
      <p:sp>
        <p:nvSpPr>
          <p:cNvPr id="21" name="文本框 20"/>
          <p:cNvSpPr txBox="1"/>
          <p:nvPr>
            <p:custDataLst>
              <p:tags r:id="rId25"/>
            </p:custDataLst>
          </p:nvPr>
        </p:nvSpPr>
        <p:spPr>
          <a:xfrm>
            <a:off x="2964620" y="4359427"/>
            <a:ext cx="3123120" cy="1748790"/>
          </a:xfrm>
          <a:prstGeom prst="rect">
            <a:avLst/>
          </a:prstGeom>
          <a:noFill/>
        </p:spPr>
        <p:txBody>
          <a:bodyPr wrap="square" rtlCol="0">
            <a:normAutofit lnSpcReduction="10000"/>
          </a:bodyPr>
          <a:lstStyle/>
          <a:p>
            <a:pPr algn="l" fontAlgn="auto">
              <a:lnSpc>
                <a:spcPct val="140000"/>
              </a:lnSpc>
              <a:spcBef>
                <a:spcPts val="0"/>
              </a:spcBef>
              <a:spcAft>
                <a:spcPts val="0"/>
              </a:spcAft>
            </a:pPr>
            <a:r>
              <a:rPr lang="zh-CN" altLang="en-US" sz="1600">
                <a:solidFill>
                  <a:schemeClr val="dk1">
                    <a:lumMod val="85000"/>
                    <a:lumOff val="15000"/>
                  </a:schemeClr>
                </a:solidFill>
                <a:uFillTx/>
                <a:latin typeface="微软雅黑" panose="020B0503020204020204" charset="-122"/>
                <a:ea typeface="微软雅黑" panose="020B0503020204020204" charset="-122"/>
                <a:sym typeface="+mn-ea"/>
              </a:rPr>
              <a:t>Exception Handling: Implement robust exception handling for errors during transaction processing and data entry.</a:t>
            </a:r>
          </a:p>
        </p:txBody>
      </p:sp>
      <p:sp>
        <p:nvSpPr>
          <p:cNvPr id="22" name="文本框 21"/>
          <p:cNvSpPr txBox="1"/>
          <p:nvPr>
            <p:custDataLst>
              <p:tags r:id="rId26"/>
            </p:custDataLst>
          </p:nvPr>
        </p:nvSpPr>
        <p:spPr>
          <a:xfrm>
            <a:off x="6398479" y="4359427"/>
            <a:ext cx="3123120" cy="1748790"/>
          </a:xfrm>
          <a:prstGeom prst="rect">
            <a:avLst/>
          </a:prstGeom>
          <a:noFill/>
        </p:spPr>
        <p:txBody>
          <a:bodyPr wrap="square" rtlCol="0">
            <a:normAutofit/>
          </a:bodyPr>
          <a:lstStyle/>
          <a:p>
            <a:pPr algn="l" fontAlgn="auto">
              <a:lnSpc>
                <a:spcPct val="140000"/>
              </a:lnSpc>
              <a:spcBef>
                <a:spcPts val="0"/>
              </a:spcBef>
              <a:spcAft>
                <a:spcPts val="0"/>
              </a:spcAft>
            </a:pPr>
            <a:r>
              <a:rPr lang="zh-CN" altLang="en-US" sz="1600">
                <a:solidFill>
                  <a:schemeClr val="dk1">
                    <a:lumMod val="85000"/>
                    <a:lumOff val="15000"/>
                  </a:schemeClr>
                </a:solidFill>
                <a:uFillTx/>
                <a:latin typeface="微软雅黑" panose="020B0503020204020204" charset="-122"/>
                <a:ea typeface="微软雅黑" panose="020B0503020204020204" charset="-122"/>
                <a:sym typeface="+mn-ea"/>
              </a:rPr>
              <a:t>Multithreading: Handle concurrent access to account data and transaction processing.</a:t>
            </a:r>
          </a:p>
        </p:txBody>
      </p:sp>
    </p:spTree>
    <p:custDataLst>
      <p:tags r:id="rId1"/>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3"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4"/>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矩形 8"/>
          <p:cNvSpPr/>
          <p:nvPr>
            <p:custDataLst>
              <p:tags r:id="rId5"/>
            </p:custDataLst>
          </p:nvPr>
        </p:nvSpPr>
        <p:spPr>
          <a:xfrm>
            <a:off x="1115379" y="918453"/>
            <a:ext cx="9934947" cy="532532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278123" y="609371"/>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115377" y="686026"/>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631342" y="6031678"/>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468596" y="6108332"/>
            <a:ext cx="444527" cy="444527"/>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10"/>
            </p:custDataLst>
          </p:nvPr>
        </p:nvSpPr>
        <p:spPr>
          <a:xfrm>
            <a:off x="1412527" y="1180231"/>
            <a:ext cx="9340650" cy="4801767"/>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I/O Programming: Read and write data (e.g. user info, transaction logs) to files.
Possible Java Classes and Interfaces
Account.java: Represents a bank account.
Transaction.java: Represents a financial transaction.
User.java: Represents a user of the bank system.</a:t>
            </a:r>
          </a:p>
        </p:txBody>
      </p:sp>
    </p:spTree>
    <p:custDataLst>
      <p:tags r:id="rId1"/>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4"/>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11" name="Title 6"/>
          <p:cNvSpPr txBox="1"/>
          <p:nvPr>
            <p:custDataLst>
              <p:tags r:id="rId5"/>
            </p:custDataLst>
          </p:nvPr>
        </p:nvSpPr>
        <p:spPr>
          <a:xfrm>
            <a:off x="1585071" y="15326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Bank.java: Manages accounts, transactions, and users.
BankInterface.java: Handles the CLI interactions.
Development Steps:
Design the System: Outline data models and user interfaces.
Implement Core Functionalities: Develop the backend operations and user interface.</a:t>
            </a:r>
          </a:p>
        </p:txBody>
      </p:sp>
    </p:spTree>
    <p:custDataLst>
      <p:tags r:id="rId1"/>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6" name="直接连接符 5"/>
          <p:cNvCxnSpPr/>
          <p:nvPr>
            <p:custDataLst>
              <p:tags r:id="rId4"/>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11" name="Title 6"/>
          <p:cNvSpPr txBox="1"/>
          <p:nvPr>
            <p:custDataLst>
              <p:tags r:id="rId5"/>
            </p:custDataLst>
          </p:nvPr>
        </p:nvSpPr>
        <p:spPr>
          <a:xfrm>
            <a:off x="2994636" y="1808109"/>
            <a:ext cx="6202727" cy="3546581"/>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Integrate Advanced Features: Add multithreading and enhanced security measures.
Testing and Refinement: Conduct thorough testing and refine based on feedback.</a:t>
            </a:r>
          </a:p>
        </p:txBody>
      </p:sp>
    </p:spTree>
    <p:custDataLst>
      <p:tags r:id="rId1"/>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CLI (Command Line Interface) Banking System is a comprehensive project designed to simulate real-world banking operations. It allows users to perform various banking functions, such as account management, transactions, and report generation, all within a command-line interface. The system is developed using object-oriented programming principles, including inheritance, polymorphism, generics,</a:t>
            </a:r>
          </a:p>
        </p:txBody>
      </p:sp>
    </p:spTree>
    <p:custDataLst>
      <p:tags r:id="rId1"/>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1878623" y="1837436"/>
            <a:ext cx="843475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threading, and exception handling. This overview provides a detailed explanation of each component of the system, its functionality, and the overall purpose of the system.
System Purpose
The CLI Banking System is designed to:</a:t>
            </a:r>
          </a:p>
        </p:txBody>
      </p:sp>
    </p:spTree>
    <p:custDataLst>
      <p:tags r:id="rId1"/>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Simulate Real-World Banking Operations: The system mimics essential banking operations like account creation, deposits, withdrawals, transfers, and generating reports, providing users with a realistic experience of bank management.
Educate on Object-Oriented Programming (OOP): The system serves as an educational tool, demonstrating the application of OOP concepts like inheritance, polymorphism, and exception handling in a real-world context.</a:t>
            </a:r>
          </a:p>
        </p:txBody>
      </p:sp>
    </p:spTree>
    <p:custDataLst>
      <p:tags r:id="rId1"/>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Enhance User Interaction Through CLI: It provides a user-friendly command-line interface, making it accessible and straightforward for users to interact with the system and perform banking operations.
Demonstrate Robust Error Handling: The system includes comprehensive error handling to ensure that user inputs are validated and managed effectively, preventing system crashes and maintaining data integrity.</a:t>
            </a:r>
          </a:p>
        </p:txBody>
      </p:sp>
    </p:spTree>
    <p:custDataLst>
      <p:tags r:id="rId1"/>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Ensure Thread Safety in Multi-User Environment: By incorporating threading and concurrency controls, the system can handle multiple users interacting with the system simultaneously, simulating a real-world banking environment.
Detailed Breakdown of System Components
Main Class:</a:t>
            </a:r>
          </a:p>
        </p:txBody>
      </p:sp>
    </p:spTree>
    <p:custDataLst>
      <p:tags r:id="rId1"/>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entry point of the application where the program initializes the Bank object and handles user interactions through a series of command-line menus.
It presents different options for Admin, Employee, and Customer logins, guiding users to specific functionalities based on their roles.
Bank Class:</a:t>
            </a:r>
          </a:p>
        </p:txBody>
      </p:sp>
    </p:spTree>
    <p:custDataLst>
      <p:tags r:id="rId1"/>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Acts as the central hub for managing all banking operations. It stores collections of accounts, admins, employees, and customers, and provides methods for performing various banking functions.
Account Management: Methods to create, delete, and search for accounts. It also includes features for updating customer information and managing employee records.</a:t>
            </a:r>
          </a:p>
        </p:txBody>
      </p:sp>
    </p:spTree>
    <p:custDataLst>
      <p:tags r:id="rId1"/>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Transaction Management: Facilitates deposits, withdrawals, and transfers between accounts. It ensures that all transactions are thread-safe, preventing data inconsistencies.
Report Generation: Allows Admins and Employees to generate detailed reports on accounts, customers, and overall bank information. These reports include transaction histories, balances, and personal details.</a:t>
            </a:r>
          </a:p>
        </p:txBody>
      </p:sp>
    </p:spTree>
    <p:custDataLst>
      <p:tags r:id="rId1"/>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Account Class (Abstract):
Serves as a base class for all types of bank accounts (CheckingAccount and SavingsAccount). It encapsulates common attributes and methods shared by all account types, such as account number, customer details, balance, and transaction history.
Methods:</a:t>
            </a:r>
          </a:p>
        </p:txBody>
      </p:sp>
    </p:spTree>
    <p:custDataLst>
      <p:tags r:id="rId1"/>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deposit(), withdraw(), and transfer() methods handle basic transactions, ensuring that operations are thread-safe using the ReentrantLock.
printAccountDetails() and writeToFile() methods for displaying and saving account information.
CheckingAccount and SavingsAccount Classes:</a:t>
            </a:r>
          </a:p>
        </p:txBody>
      </p:sp>
    </p:spTree>
    <p:custDataLst>
      <p:tags r:id="rId1"/>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Subclasses of Account, representing specific types of bank accounts. These classes inherit from the Account class and provide specialized implementations for checking and savings accounts.
Transaction Class:
Represents individual transactions within an account. Each transaction has a description and an amount, and it is stored within an account’s transaction history.</a:t>
            </a:r>
          </a:p>
        </p:txBody>
      </p:sp>
    </p:spTree>
    <p:custDataLst>
      <p:tags r:id="rId1"/>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Methods:
toString() method returns a string representation of the transaction, which is used for printing or saving transaction details.
Admin Class:
Represents the administrative users of the system. Admins have the highest level of access and can manage accounts, employees, and generate reports.</a:t>
            </a:r>
          </a:p>
        </p:txBody>
      </p:sp>
    </p:spTree>
    <p:custDataLst>
      <p:tags r:id="rId1"/>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Methods:
validate() method for authenticating admin credentials.
Methods for adding, updating, and deleting customer and employee records, along with generating detailed reports on all users in the system.
Employee Class:</a:t>
            </a:r>
          </a:p>
        </p:txBody>
      </p:sp>
    </p:spTree>
    <p:custDataLst>
      <p:tags r:id="rId1"/>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Represents bank employees who manage customer accounts. Employees have limited access compared to Admins but can perform key banking operations like account management and report generation.
Methods:
validate() method for authenticating employee credentials.</a:t>
            </a:r>
          </a:p>
        </p:txBody>
      </p:sp>
    </p:spTree>
    <p:custDataLst>
      <p:tags r:id="rId1"/>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Methods for performing customer-related operations such as opening accounts, processing transactions, and updating customer details.
Customer Class:
Represents bank customers who hold and manage their own accounts. Customers can perform personal banking operations like deposits, withdrawals, and transfers, and can generate reports for their own accounts.</a:t>
            </a:r>
          </a:p>
        </p:txBody>
      </p:sp>
    </p:spTree>
    <p:custDataLst>
      <p:tags r:id="rId1"/>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Methods:
validate() method for authenticating customer credentials.
printCustomerAccountDetails() and generateCustomerReport() methods for displaying and saving the customer’s account information.
Validator Class:
Provides input validation methods to ensure that all user inputs are correct before they are processed by the system.</a:t>
            </a:r>
          </a:p>
        </p:txBody>
      </p:sp>
    </p:spTree>
    <p:custDataLst>
      <p:tags r:id="rId1"/>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Methods:
Various methods for validating names, phone numbers, emails, SINs, DOBs, passwords, and addresses. These methods ensure that inputs meet specific criteria and throw custom exceptions if invalid data is detected.
Custom Exceptions:
InvalidAmountException: Thrown when a transaction involves an invalid amount (e.g., negative or zero).</a:t>
            </a:r>
          </a:p>
        </p:txBody>
      </p:sp>
    </p:spTree>
    <p:custDataLst>
      <p:tags r:id="rId1"/>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InsufficientFundsException: Thrown when a withdrawal or transfer operation is attempted with insufficient funds in the account.
InputValidationException: Thrown when user inputs fail to meet the validation criteria defined in the Validator class.
Threading and Concurrency Control:</a:t>
            </a:r>
          </a:p>
        </p:txBody>
      </p:sp>
    </p:spTree>
    <p:custDataLst>
      <p:tags r:id="rId1"/>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Overview</a:t>
            </a: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system uses ReentrantLock to manage concurrent access to account data. This ensures that multiple users can perform transactions on the same account without causing data inconsistencies.
Methods:
Critical sections of code in transaction methods (deposit(), withdraw(), transfer()) are protected by locks, ensuring that only one thread can modify account balances at a time.</a:t>
            </a:r>
          </a:p>
        </p:txBody>
      </p:sp>
    </p:spTree>
    <p:custDataLst>
      <p:tags r:id="rId1"/>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Additional Features
Additional Features Developed
The CLI Banking System project has been significantly enhanced beyond the basic requirements to provide a more robust, flexible, and user-friendly experience. The additional features developed include:
Dynamic Account Management:</a:t>
            </a:r>
          </a:p>
        </p:txBody>
      </p:sp>
    </p:spTree>
    <p:custDataLst>
      <p:tags r:id="rId1"/>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Opening Accounts: The system allows Admins and Employees to open both checking and savings accounts dynamically. The process involves detailed input collection and validation for customer information, ensuring that each account is created with accurate and complete data. This feature not only adds flexibility to account management but also helps simulate real-world banking operations where customers can choose between different types of accounts based on their needs.</a:t>
            </a:r>
          </a:p>
        </p:txBody>
      </p:sp>
    </p:spTree>
    <p:custDataLst>
      <p:tags r:id="rId1"/>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6798797" y="1219196"/>
            <a:ext cx="4415003" cy="5334043"/>
          </a:xfrm>
          <a:prstGeom prst="rect">
            <a:avLst/>
          </a:prstGeom>
          <a:noFill/>
          <a:ln w="25400">
            <a:solidFill>
              <a:schemeClr val="dk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sp>
        <p:nvSpPr>
          <p:cNvPr id="11" name="Title 6"/>
          <p:cNvSpPr txBox="1"/>
          <p:nvPr>
            <p:custDataLst>
              <p:tags r:id="rId7"/>
            </p:custDataLst>
          </p:nvPr>
        </p:nvSpPr>
        <p:spPr>
          <a:xfrm>
            <a:off x="978204" y="1651675"/>
            <a:ext cx="4811448" cy="4469051"/>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Deleting Accounts: Admins and Employees have the ability to delete customer accounts, with the system checking if the account exists before performing the deletion. This ensures that only valid accounts are removed,</a:t>
            </a:r>
          </a:p>
        </p:txBody>
      </p:sp>
      <p:pic>
        <p:nvPicPr>
          <p:cNvPr id="4" name="图片 3" descr="/data/temp/a1f29e3e-5348-11ef-b7d7-b2ffc6e32636.jpga1f29e3e-5348-11ef-b7d7-b2ffc6e32636"/>
          <p:cNvPicPr>
            <a:picLocks noChangeAspect="1"/>
          </p:cNvPicPr>
          <p:nvPr>
            <p:custDataLst>
              <p:tags r:id="rId8"/>
            </p:custDataLst>
          </p:nvPr>
        </p:nvPicPr>
        <p:blipFill rotWithShape="1">
          <a:blip r:embed="rId10"/>
          <a:srcRect/>
          <a:stretch>
            <a:fillRect/>
          </a:stretch>
        </p:blipFill>
        <p:spPr>
          <a:xfrm>
            <a:off x="6366307" y="1690130"/>
            <a:ext cx="4415002" cy="4392140"/>
          </a:xfrm>
          <a:custGeom>
            <a:avLst/>
            <a:gdLst/>
            <a:ahLst/>
            <a:cxnLst>
              <a:cxn ang="3">
                <a:pos x="hc" y="t"/>
              </a:cxn>
              <a:cxn ang="cd2">
                <a:pos x="l" y="vc"/>
              </a:cxn>
              <a:cxn ang="cd4">
                <a:pos x="hc" y="b"/>
              </a:cxn>
              <a:cxn ang="0">
                <a:pos x="r" y="vc"/>
              </a:cxn>
            </a:cxnLst>
            <a:rect l="l" t="t" r="r" b="b"/>
            <a:pathLst>
              <a:path w="7680" h="7440">
                <a:moveTo>
                  <a:pt x="0" y="0"/>
                </a:moveTo>
                <a:lnTo>
                  <a:pt x="7680" y="0"/>
                </a:lnTo>
                <a:lnTo>
                  <a:pt x="7680" y="7440"/>
                </a:lnTo>
                <a:lnTo>
                  <a:pt x="0" y="7440"/>
                </a:lnTo>
                <a:lnTo>
                  <a:pt x="0" y="0"/>
                </a:lnTo>
                <a:close/>
              </a:path>
            </a:pathLst>
          </a:custGeom>
        </p:spPr>
      </p:pic>
    </p:spTree>
    <p:custDataLst>
      <p:tags r:id="rId1"/>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2101826" y="1837436"/>
            <a:ext cx="798834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maintaining the integrity of the system. A key improvement here is the enhanced error handling that prompts users to re-enter the account ID if an invalid or non-existent ID is entered. This reduces the risk of accidental deletions and enhances the user experience by providing clear feedback.</a:t>
            </a:r>
          </a:p>
        </p:txBody>
      </p:sp>
    </p:spTree>
    <p:custDataLst>
      <p:tags r:id="rId1"/>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pic>
        <p:nvPicPr>
          <p:cNvPr id="4" name="图片 3" descr="/data/temp/a1fda14e-5348-11ef-abad-b2c7a361cf21.jpga1fda14e-5348-11ef-abad-b2c7a361cf21"/>
          <p:cNvPicPr>
            <a:picLocks noChangeAspect="1"/>
          </p:cNvPicPr>
          <p:nvPr>
            <p:custDataLst>
              <p:tags r:id="rId6"/>
            </p:custDataLst>
          </p:nvPr>
        </p:nvPicPr>
        <p:blipFill rotWithShape="1">
          <a:blip r:embed="rId9"/>
          <a:srcRect/>
          <a:stretch>
            <a:fillRect/>
          </a:stretch>
        </p:blipFill>
        <p:spPr>
          <a:xfrm>
            <a:off x="1413342" y="2127530"/>
            <a:ext cx="3785633" cy="3517340"/>
          </a:xfrm>
          <a:custGeom>
            <a:avLst/>
            <a:gdLst/>
            <a:ahLst/>
            <a:cxnLst>
              <a:cxn ang="3">
                <a:pos x="hc" y="t"/>
              </a:cxn>
              <a:cxn ang="cd2">
                <a:pos x="l" y="vc"/>
              </a:cxn>
              <a:cxn ang="cd4">
                <a:pos x="hc" y="b"/>
              </a:cxn>
              <a:cxn ang="0">
                <a:pos x="r" y="vc"/>
              </a:cxn>
            </a:cxnLst>
            <a:rect l="l" t="t" r="r" b="b"/>
            <a:pathLst>
              <a:path w="4320" h="2160">
                <a:moveTo>
                  <a:pt x="0" y="0"/>
                </a:moveTo>
                <a:lnTo>
                  <a:pt x="4320" y="0"/>
                </a:lnTo>
                <a:lnTo>
                  <a:pt x="4320" y="2160"/>
                </a:lnTo>
                <a:lnTo>
                  <a:pt x="0" y="2160"/>
                </a:lnTo>
                <a:close/>
              </a:path>
            </a:pathLst>
          </a:custGeom>
        </p:spPr>
      </p:pic>
      <p:sp>
        <p:nvSpPr>
          <p:cNvPr id="11" name="Title 6"/>
          <p:cNvSpPr txBox="1"/>
          <p:nvPr>
            <p:custDataLst>
              <p:tags r:id="rId7"/>
            </p:custDataLst>
          </p:nvPr>
        </p:nvSpPr>
        <p:spPr>
          <a:xfrm>
            <a:off x="5467209" y="1479787"/>
            <a:ext cx="5311443" cy="48128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Managing Employee Accounts: In addition to customer accounts, the system also allows for the management of employee accounts by Admins. This includes adding new employees and deleting existing employee accounts. The system ensures that no two employees have the same ID,</a:t>
            </a:r>
          </a:p>
        </p:txBody>
      </p:sp>
    </p:spTree>
    <p:custDataLst>
      <p:tags r:id="rId1"/>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22" name="椭圆 21"/>
          <p:cNvSpPr/>
          <p:nvPr>
            <p:custDataLst>
              <p:tags r:id="rId6"/>
            </p:custDataLst>
          </p:nvPr>
        </p:nvSpPr>
        <p:spPr>
          <a:xfrm>
            <a:off x="10007419" y="1219204"/>
            <a:ext cx="260727" cy="260727"/>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3" name="椭圆 22"/>
          <p:cNvSpPr/>
          <p:nvPr>
            <p:custDataLst>
              <p:tags r:id="rId7"/>
            </p:custDataLst>
          </p:nvPr>
        </p:nvSpPr>
        <p:spPr>
          <a:xfrm>
            <a:off x="10397420" y="1219204"/>
            <a:ext cx="260727" cy="260727"/>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4" name="椭圆 23"/>
          <p:cNvSpPr/>
          <p:nvPr>
            <p:custDataLst>
              <p:tags r:id="rId8"/>
            </p:custDataLst>
          </p:nvPr>
        </p:nvSpPr>
        <p:spPr>
          <a:xfrm>
            <a:off x="10789594" y="1219204"/>
            <a:ext cx="260727" cy="260727"/>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5" name="任意多边形 24"/>
          <p:cNvSpPr/>
          <p:nvPr>
            <p:custDataLst>
              <p:tags r:id="rId9"/>
            </p:custDataLst>
          </p:nvPr>
        </p:nvSpPr>
        <p:spPr>
          <a:xfrm>
            <a:off x="1141681" y="5165925"/>
            <a:ext cx="1580102" cy="1387818"/>
          </a:xfrm>
          <a:custGeom>
            <a:avLst/>
            <a:gdLst/>
            <a:ahLst/>
            <a:cxnLst>
              <a:cxn ang="3">
                <a:pos x="hc" y="t"/>
              </a:cxn>
              <a:cxn ang="cd2">
                <a:pos x="l" y="vc"/>
              </a:cxn>
              <a:cxn ang="cd4">
                <a:pos x="hc" y="b"/>
              </a:cxn>
              <a:cxn ang="0">
                <a:pos x="r" y="vc"/>
              </a:cxn>
            </a:cxnLst>
            <a:rect l="l" t="t" r="r" b="b"/>
            <a:pathLst>
              <a:path w="2858" h="2510">
                <a:moveTo>
                  <a:pt x="780" y="0"/>
                </a:moveTo>
                <a:cubicBezTo>
                  <a:pt x="1927" y="0"/>
                  <a:pt x="2858" y="931"/>
                  <a:pt x="2858" y="2079"/>
                </a:cubicBezTo>
                <a:cubicBezTo>
                  <a:pt x="2858" y="2222"/>
                  <a:pt x="2843" y="2362"/>
                  <a:pt x="2816" y="2497"/>
                </a:cubicBezTo>
                <a:lnTo>
                  <a:pt x="2813" y="2510"/>
                </a:lnTo>
                <a:lnTo>
                  <a:pt x="0" y="2510"/>
                </a:lnTo>
                <a:lnTo>
                  <a:pt x="0" y="151"/>
                </a:lnTo>
                <a:lnTo>
                  <a:pt x="17" y="144"/>
                </a:lnTo>
                <a:cubicBezTo>
                  <a:pt x="253" y="51"/>
                  <a:pt x="510" y="0"/>
                  <a:pt x="780"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26" name="AutoShape 3"/>
          <p:cNvSpPr>
            <a:spLocks noChangeAspect="1" noChangeArrowheads="1" noTextEdit="1"/>
          </p:cNvSpPr>
          <p:nvPr>
            <p:custDataLst>
              <p:tags r:id="rId10"/>
            </p:custDataLst>
          </p:nvPr>
        </p:nvSpPr>
        <p:spPr bwMode="auto">
          <a:xfrm>
            <a:off x="1797839" y="1990512"/>
            <a:ext cx="576311" cy="532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27" name="Freeform 5"/>
          <p:cNvSpPr>
            <a:spLocks noEditPoints="1"/>
          </p:cNvSpPr>
          <p:nvPr>
            <p:custDataLst>
              <p:tags r:id="rId11"/>
            </p:custDataLst>
          </p:nvPr>
        </p:nvSpPr>
        <p:spPr bwMode="auto">
          <a:xfrm>
            <a:off x="1664222" y="1740659"/>
            <a:ext cx="667565" cy="522536"/>
          </a:xfrm>
          <a:custGeom>
            <a:avLst/>
            <a:gdLst>
              <a:gd name="T0" fmla="*/ 87 w 234"/>
              <a:gd name="T1" fmla="*/ 122 h 217"/>
              <a:gd name="T2" fmla="*/ 87 w 234"/>
              <a:gd name="T3" fmla="*/ 217 h 217"/>
              <a:gd name="T4" fmla="*/ 0 w 234"/>
              <a:gd name="T5" fmla="*/ 217 h 217"/>
              <a:gd name="T6" fmla="*/ 0 w 234"/>
              <a:gd name="T7" fmla="*/ 142 h 217"/>
              <a:gd name="T8" fmla="*/ 14 w 234"/>
              <a:gd name="T9" fmla="*/ 55 h 217"/>
              <a:gd name="T10" fmla="*/ 74 w 234"/>
              <a:gd name="T11" fmla="*/ 0 h 217"/>
              <a:gd name="T12" fmla="*/ 94 w 234"/>
              <a:gd name="T13" fmla="*/ 32 h 217"/>
              <a:gd name="T14" fmla="*/ 58 w 234"/>
              <a:gd name="T15" fmla="*/ 63 h 217"/>
              <a:gd name="T16" fmla="*/ 44 w 234"/>
              <a:gd name="T17" fmla="*/ 122 h 217"/>
              <a:gd name="T18" fmla="*/ 87 w 234"/>
              <a:gd name="T19" fmla="*/ 122 h 217"/>
              <a:gd name="T20" fmla="*/ 227 w 234"/>
              <a:gd name="T21" fmla="*/ 122 h 217"/>
              <a:gd name="T22" fmla="*/ 227 w 234"/>
              <a:gd name="T23" fmla="*/ 217 h 217"/>
              <a:gd name="T24" fmla="*/ 140 w 234"/>
              <a:gd name="T25" fmla="*/ 217 h 217"/>
              <a:gd name="T26" fmla="*/ 140 w 234"/>
              <a:gd name="T27" fmla="*/ 142 h 217"/>
              <a:gd name="T28" fmla="*/ 154 w 234"/>
              <a:gd name="T29" fmla="*/ 55 h 217"/>
              <a:gd name="T30" fmla="*/ 214 w 234"/>
              <a:gd name="T31" fmla="*/ 0 h 217"/>
              <a:gd name="T32" fmla="*/ 234 w 234"/>
              <a:gd name="T33" fmla="*/ 32 h 217"/>
              <a:gd name="T34" fmla="*/ 198 w 234"/>
              <a:gd name="T35" fmla="*/ 63 h 217"/>
              <a:gd name="T36" fmla="*/ 185 w 234"/>
              <a:gd name="T37" fmla="*/ 122 h 217"/>
              <a:gd name="T38" fmla="*/ 227 w 234"/>
              <a:gd name="T39" fmla="*/ 12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217">
                <a:moveTo>
                  <a:pt x="87" y="122"/>
                </a:moveTo>
                <a:cubicBezTo>
                  <a:pt x="87" y="217"/>
                  <a:pt x="87" y="217"/>
                  <a:pt x="87" y="217"/>
                </a:cubicBezTo>
                <a:cubicBezTo>
                  <a:pt x="0" y="217"/>
                  <a:pt x="0" y="217"/>
                  <a:pt x="0" y="217"/>
                </a:cubicBezTo>
                <a:cubicBezTo>
                  <a:pt x="0" y="142"/>
                  <a:pt x="0" y="142"/>
                  <a:pt x="0" y="142"/>
                </a:cubicBezTo>
                <a:cubicBezTo>
                  <a:pt x="0" y="102"/>
                  <a:pt x="5" y="73"/>
                  <a:pt x="14" y="55"/>
                </a:cubicBezTo>
                <a:cubicBezTo>
                  <a:pt x="27" y="30"/>
                  <a:pt x="47" y="12"/>
                  <a:pt x="74" y="0"/>
                </a:cubicBezTo>
                <a:cubicBezTo>
                  <a:pt x="94" y="32"/>
                  <a:pt x="94" y="32"/>
                  <a:pt x="94" y="32"/>
                </a:cubicBezTo>
                <a:cubicBezTo>
                  <a:pt x="78" y="38"/>
                  <a:pt x="65" y="49"/>
                  <a:pt x="58" y="63"/>
                </a:cubicBezTo>
                <a:cubicBezTo>
                  <a:pt x="50" y="76"/>
                  <a:pt x="45" y="96"/>
                  <a:pt x="44" y="122"/>
                </a:cubicBezTo>
                <a:lnTo>
                  <a:pt x="87" y="122"/>
                </a:lnTo>
                <a:close/>
                <a:moveTo>
                  <a:pt x="227" y="122"/>
                </a:moveTo>
                <a:cubicBezTo>
                  <a:pt x="227" y="217"/>
                  <a:pt x="227" y="217"/>
                  <a:pt x="227" y="217"/>
                </a:cubicBezTo>
                <a:cubicBezTo>
                  <a:pt x="140" y="217"/>
                  <a:pt x="140" y="217"/>
                  <a:pt x="140" y="217"/>
                </a:cubicBezTo>
                <a:cubicBezTo>
                  <a:pt x="140" y="142"/>
                  <a:pt x="140" y="142"/>
                  <a:pt x="140" y="142"/>
                </a:cubicBezTo>
                <a:cubicBezTo>
                  <a:pt x="140" y="102"/>
                  <a:pt x="145" y="73"/>
                  <a:pt x="154" y="55"/>
                </a:cubicBezTo>
                <a:cubicBezTo>
                  <a:pt x="167" y="30"/>
                  <a:pt x="187" y="12"/>
                  <a:pt x="214" y="0"/>
                </a:cubicBezTo>
                <a:cubicBezTo>
                  <a:pt x="234" y="32"/>
                  <a:pt x="234" y="32"/>
                  <a:pt x="234" y="32"/>
                </a:cubicBezTo>
                <a:cubicBezTo>
                  <a:pt x="218" y="38"/>
                  <a:pt x="206" y="49"/>
                  <a:pt x="198" y="63"/>
                </a:cubicBezTo>
                <a:cubicBezTo>
                  <a:pt x="190" y="76"/>
                  <a:pt x="185" y="96"/>
                  <a:pt x="185" y="122"/>
                </a:cubicBezTo>
                <a:lnTo>
                  <a:pt x="227" y="122"/>
                </a:lnTo>
                <a:close/>
              </a:path>
            </a:pathLst>
          </a:custGeom>
          <a:solidFill>
            <a:schemeClr val="accent1">
              <a:alpha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charset="-122"/>
              <a:ea typeface="微软雅黑" panose="020B0503020204020204" charset="-122"/>
            </a:endParaRPr>
          </a:p>
        </p:txBody>
      </p:sp>
      <p:sp>
        <p:nvSpPr>
          <p:cNvPr id="11" name="Title 6"/>
          <p:cNvSpPr txBox="1"/>
          <p:nvPr>
            <p:custDataLst>
              <p:tags r:id="rId12"/>
            </p:custDataLst>
          </p:nvPr>
        </p:nvSpPr>
        <p:spPr>
          <a:xfrm>
            <a:off x="1664181" y="2522928"/>
            <a:ext cx="3307970" cy="246600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maintaining unique identifiers for all system users.
Search and Filter Capabilities:</a:t>
            </a:r>
          </a:p>
        </p:txBody>
      </p:sp>
      <p:pic>
        <p:nvPicPr>
          <p:cNvPr id="4" name="图片 3" descr="/data/temp/a2020754-5348-11ef-9d40-3264e8d1a001.jpga2020754-5348-11ef-9d40-3264e8d1a001"/>
          <p:cNvPicPr>
            <a:picLocks noChangeAspect="1"/>
          </p:cNvPicPr>
          <p:nvPr>
            <p:custDataLst>
              <p:tags r:id="rId13"/>
            </p:custDataLst>
          </p:nvPr>
        </p:nvPicPr>
        <p:blipFill rotWithShape="1">
          <a:blip r:embed="rId15"/>
          <a:srcRect/>
          <a:stretch>
            <a:fillRect/>
          </a:stretch>
        </p:blipFill>
        <p:spPr>
          <a:xfrm>
            <a:off x="5493610" y="1829207"/>
            <a:ext cx="5556746" cy="3733800"/>
          </a:xfrm>
          <a:custGeom>
            <a:avLst/>
            <a:gdLst/>
            <a:ahLst/>
            <a:cxnLst>
              <a:cxn ang="3">
                <a:pos x="hc" y="t"/>
              </a:cxn>
              <a:cxn ang="cd2">
                <a:pos x="l" y="vc"/>
              </a:cxn>
              <a:cxn ang="cd4">
                <a:pos x="hc" y="b"/>
              </a:cxn>
              <a:cxn ang="0">
                <a:pos x="r" y="vc"/>
              </a:cxn>
            </a:cxnLst>
            <a:rect l="l" t="t" r="r" b="b"/>
            <a:pathLst>
              <a:path w="10560" h="7200">
                <a:moveTo>
                  <a:pt x="0" y="0"/>
                </a:moveTo>
                <a:lnTo>
                  <a:pt x="10560" y="0"/>
                </a:lnTo>
                <a:lnTo>
                  <a:pt x="10560" y="7200"/>
                </a:lnTo>
                <a:lnTo>
                  <a:pt x="0" y="7200"/>
                </a:lnTo>
                <a:lnTo>
                  <a:pt x="0" y="0"/>
                </a:lnTo>
                <a:close/>
              </a:path>
            </a:pathLst>
          </a:custGeom>
        </p:spPr>
      </p:pic>
    </p:spTree>
    <p:custDataLst>
      <p:tags r:id="rId1"/>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878623" y="1837436"/>
            <a:ext cx="843475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Account Search: Admins and Employees can search for accounts based on specific criteria. The system offers a flexible search functionality where users can choose to search by name, date of birth (DOB), or Social Insurance Number (SIN). After selecting the search criterion, users input the relevant information,</a:t>
            </a:r>
          </a:p>
        </p:txBody>
      </p:sp>
    </p:spTree>
    <p:custDataLst>
      <p:tags r:id="rId1"/>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and the system retrieves and displays all matching accounts. This feature is particularly useful in a banking environment where quick access to account information is critical for customer service and operational efficiency.</a:t>
            </a:r>
          </a:p>
        </p:txBody>
      </p:sp>
    </p:spTree>
    <p:custDataLst>
      <p:tags r:id="rId1"/>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993340" y="3961357"/>
            <a:ext cx="8205320" cy="233217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Filtering Accounts: Beyond basic search, the system allows for filtering of account data based on balance or account type. This helps Admins and Employees quickly identify specific groups of accounts,</a:t>
            </a:r>
          </a:p>
        </p:txBody>
      </p:sp>
      <p:pic>
        <p:nvPicPr>
          <p:cNvPr id="4" name="图片 3" descr="/data/temp/a2097c80-5348-11ef-ba3c-6ee0244a7ade.jpga2097c80-5348-11ef-ba3c-6ee0244a7ade"/>
          <p:cNvPicPr>
            <a:picLocks noChangeAspect="1"/>
          </p:cNvPicPr>
          <p:nvPr>
            <p:custDataLst>
              <p:tags r:id="rId7"/>
            </p:custDataLst>
          </p:nvPr>
        </p:nvPicPr>
        <p:blipFill>
          <a:blip r:embed="rId10"/>
          <a:srcRect/>
          <a:stretch>
            <a:fillRect/>
          </a:stretch>
        </p:blipFill>
        <p:spPr>
          <a:xfrm>
            <a:off x="3553204" y="1478868"/>
            <a:ext cx="2181950" cy="2277264"/>
          </a:xfrm>
          <a:prstGeom prst="rect">
            <a:avLst/>
          </a:prstGeom>
        </p:spPr>
      </p:pic>
      <p:pic>
        <p:nvPicPr>
          <p:cNvPr id="5" name="图片 4" descr="/data/temp/a2097d07-5348-11ef-ba3c-6ee0244a7ade.jpga2097d07-5348-11ef-ba3c-6ee0244a7ade"/>
          <p:cNvPicPr>
            <a:picLocks noChangeAspect="1"/>
          </p:cNvPicPr>
          <p:nvPr>
            <p:custDataLst>
              <p:tags r:id="rId8"/>
            </p:custDataLst>
          </p:nvPr>
        </p:nvPicPr>
        <p:blipFill>
          <a:blip r:embed="rId11"/>
          <a:srcRect/>
          <a:stretch>
            <a:fillRect/>
          </a:stretch>
        </p:blipFill>
        <p:spPr>
          <a:xfrm>
            <a:off x="5816448" y="1478868"/>
            <a:ext cx="2810999" cy="2277264"/>
          </a:xfrm>
          <a:prstGeom prst="rect">
            <a:avLst/>
          </a:prstGeom>
        </p:spPr>
      </p:pic>
    </p:spTree>
    <p:custDataLst>
      <p:tags r:id="rId1"/>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such as those with high balances or accounts that have been inactive for a long period.
Exception Handling and User Feedback:
Input Validation: The system employs comprehensive input validation across all user input fields, including names, phone numbers, emails, SINs, and DOBs. By ensuring that inputs adhere to expected formats,</a:t>
            </a:r>
          </a:p>
        </p:txBody>
      </p:sp>
    </p:spTree>
    <p:custDataLst>
      <p:tags r:id="rId1"/>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b="0"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949127" y="1731304"/>
            <a:ext cx="8270147"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the system minimizes the risk of data entry errors that could lead to system malfunctions or security vulnerabilities. If a user enters invalid data, they are immediately prompted to correct their input, which enhances the overall user experience and data integrity.</a:t>
            </a:r>
          </a:p>
        </p:txBody>
      </p:sp>
    </p:spTree>
    <p:custDataLst>
      <p:tags r:id="rId1"/>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pic>
        <p:nvPicPr>
          <p:cNvPr id="4" name="图片 3" descr="/data/temp/a22866fd-5348-11ef-abad-b2c7a361cf21.jpga22866fd-5348-11ef-abad-b2c7a361cf21"/>
          <p:cNvPicPr>
            <a:picLocks noChangeAspect="1"/>
          </p:cNvPicPr>
          <p:nvPr>
            <p:custDataLst>
              <p:tags r:id="rId6"/>
            </p:custDataLst>
          </p:nvPr>
        </p:nvPicPr>
        <p:blipFill rotWithShape="1">
          <a:blip r:embed="rId10"/>
          <a:srcRect/>
          <a:stretch>
            <a:fillRect/>
          </a:stretch>
        </p:blipFill>
        <p:spPr>
          <a:xfrm>
            <a:off x="4181020" y="1219200"/>
            <a:ext cx="3829959" cy="3810399"/>
          </a:xfrm>
          <a:custGeom>
            <a:avLst/>
            <a:gdLst/>
            <a:ahLst/>
            <a:cxnLst>
              <a:cxn ang="3">
                <a:pos x="hc" y="t"/>
              </a:cxn>
              <a:cxn ang="cd2">
                <a:pos x="l" y="vc"/>
              </a:cxn>
              <a:cxn ang="cd4">
                <a:pos x="hc" y="b"/>
              </a:cxn>
              <a:cxn ang="0">
                <a:pos x="r" y="vc"/>
              </a:cxn>
            </a:cxnLst>
            <a:rect l="l" t="t" r="r" b="b"/>
            <a:pathLst>
              <a:path w="19200" h="7200">
                <a:moveTo>
                  <a:pt x="0" y="0"/>
                </a:moveTo>
                <a:lnTo>
                  <a:pt x="19200" y="0"/>
                </a:lnTo>
                <a:lnTo>
                  <a:pt x="19200" y="7200"/>
                </a:lnTo>
                <a:lnTo>
                  <a:pt x="0" y="7200"/>
                </a:lnTo>
                <a:lnTo>
                  <a:pt x="0" y="0"/>
                </a:lnTo>
                <a:close/>
              </a:path>
            </a:pathLst>
          </a:custGeom>
        </p:spPr>
      </p:pic>
      <p:sp>
        <p:nvSpPr>
          <p:cNvPr id="11" name="Title 6"/>
          <p:cNvSpPr txBox="1"/>
          <p:nvPr>
            <p:custDataLst>
              <p:tags r:id="rId7"/>
            </p:custDataLst>
          </p:nvPr>
        </p:nvSpPr>
        <p:spPr>
          <a:xfrm>
            <a:off x="1523451" y="5291324"/>
            <a:ext cx="9145097" cy="126239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Custom Exceptions: Custom exceptions such as InvalidAmountException, InsufficientFundsException,</a:t>
            </a:r>
          </a:p>
        </p:txBody>
      </p:sp>
      <p:sp>
        <p:nvSpPr>
          <p:cNvPr id="10" name="矩形 9"/>
          <p:cNvSpPr/>
          <p:nvPr>
            <p:custDataLst>
              <p:tags r:id="rId8"/>
            </p:custDataLst>
          </p:nvPr>
        </p:nvSpPr>
        <p:spPr>
          <a:xfrm>
            <a:off x="1015496" y="4775052"/>
            <a:ext cx="10161008" cy="25402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lt1"/>
              </a:solidFill>
              <a:latin typeface="微软雅黑" panose="020B0503020204020204" charset="-122"/>
              <a:ea typeface="微软雅黑" panose="020B0503020204020204" charset="-122"/>
            </a:endParaRPr>
          </a:p>
        </p:txBody>
      </p:sp>
    </p:spTree>
    <p:custDataLst>
      <p:tags r:id="rId1"/>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and InputValidationException are used to handle specific error cases. These exceptions are caught and managed in a way that provides informative error messages to the user, helping them understand what went wrong and how to correct it. This approach prevents abrupt system failures and makes the system more robust and user-friendly.</a:t>
            </a:r>
          </a:p>
        </p:txBody>
      </p:sp>
    </p:spTree>
    <p:custDataLst>
      <p:tags r:id="rId1"/>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4927" y="2335518"/>
            <a:ext cx="5955983" cy="3101363"/>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Detailed Reporting:
Account Reports: The system allows both Admins and Customers to generate detailed reports on account transactions and balances. Admins can generate reports for all customer accounts,</a:t>
            </a:r>
          </a:p>
        </p:txBody>
      </p:sp>
      <p:pic>
        <p:nvPicPr>
          <p:cNvPr id="4" name="图片 3" descr="/data/temp/a2343d3e-5348-11ef-9ee7-da0b216d0d56.jpga2343d3e-5348-11ef-9ee7-da0b216d0d56"/>
          <p:cNvPicPr>
            <a:picLocks noChangeAspect="1"/>
          </p:cNvPicPr>
          <p:nvPr>
            <p:custDataLst>
              <p:tags r:id="rId7"/>
            </p:custDataLst>
          </p:nvPr>
        </p:nvPicPr>
        <p:blipFill rotWithShape="1">
          <a:blip r:embed="rId9"/>
          <a:srcRect/>
          <a:stretch>
            <a:fillRect/>
          </a:stretch>
        </p:blipFill>
        <p:spPr>
          <a:xfrm>
            <a:off x="8104845" y="2335518"/>
            <a:ext cx="2435844" cy="1691652"/>
          </a:xfrm>
          <a:custGeom>
            <a:avLst/>
            <a:gdLst/>
            <a:ahLst/>
            <a:cxnLst>
              <a:cxn ang="3">
                <a:pos x="hc" y="t"/>
              </a:cxn>
              <a:cxn ang="cd2">
                <a:pos x="l" y="vc"/>
              </a:cxn>
              <a:cxn ang="cd4">
                <a:pos x="hc" y="b"/>
              </a:cxn>
              <a:cxn ang="0">
                <a:pos x="r" y="vc"/>
              </a:cxn>
            </a:cxnLst>
            <a:rect l="l" t="t" r="r" b="b"/>
            <a:pathLst>
              <a:path w="3600" h="2880">
                <a:moveTo>
                  <a:pt x="3600" y="0"/>
                </a:moveTo>
                <a:lnTo>
                  <a:pt x="3600" y="2880"/>
                </a:lnTo>
                <a:lnTo>
                  <a:pt x="0" y="2880"/>
                </a:lnTo>
                <a:lnTo>
                  <a:pt x="0" y="0"/>
                </a:lnTo>
                <a:lnTo>
                  <a:pt x="3600" y="0"/>
                </a:lnTo>
                <a:close/>
              </a:path>
            </a:pathLst>
          </a:custGeom>
        </p:spPr>
      </p:pic>
    </p:spTree>
    <p:custDataLst>
      <p:tags r:id="rId1"/>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while Customers can generate reports for their own accounts. These reports include detailed information such as transaction history, current balance, and personal details. This feature is essential for both internal record-keeping and providing customers with transparency and control over their financial information.</a:t>
            </a:r>
          </a:p>
        </p:txBody>
      </p:sp>
    </p:spTree>
    <p:custDataLst>
      <p:tags r:id="rId1"/>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Bank Information Reports: Admins can generate reports that detail information about all employees and other admins in the system. These reports include personal and contact information, job positions, and account activity. This feature is useful for internal audits and ensures that the bank maintains up-to-date records of all personnel.
Thread Safety in Account Transactions:</a:t>
            </a:r>
          </a:p>
        </p:txBody>
      </p:sp>
    </p:spTree>
    <p:custDataLst>
      <p:tags r:id="rId1"/>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Concurrent Transaction Handling: The system ensures that multiple users can perform transactions on the same account without data conflicts. This is achieved through the use of thread synchronization techniques, such as the ReentrantLock. By locking critical sections of code where balance updates occur, the system prevents race conditions where multiple threads could potentially modify the account balance simultaneously,</a:t>
            </a:r>
          </a:p>
        </p:txBody>
      </p:sp>
    </p:spTree>
    <p:custDataLst>
      <p:tags r:id="rId1"/>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leading to inconsistent data. This feature is crucial for maintaining the accuracy and reliability of account data in a multi-user environment.
User-Friendly CLI Design:
Interactive Menus: The system employs interactive command-line menus that guide the user through various operations. These menus are designed to be intuitive,</a:t>
            </a:r>
          </a:p>
        </p:txBody>
      </p:sp>
    </p:spTree>
    <p:custDataLst>
      <p:tags r:id="rId1"/>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2046603" y="1977452"/>
            <a:ext cx="8075195"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with clear options and prompts that help users navigate the system with ease. The use of ANSI escape codes enhances the user interface by highlighting important information and differentiating between various sections of the menu.</a:t>
            </a:r>
          </a:p>
        </p:txBody>
      </p:sp>
    </p:spTree>
    <p:custDataLst>
      <p:tags r:id="rId1"/>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910700" y="1585054"/>
            <a:ext cx="6824142" cy="460229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Error Handling and Recovery: The system is designed to handle errors gracefully, ensuring that users are not left with a broken interface or unclear instructions when something goes wrong. For example, when a user enters an invalid input,</a:t>
            </a:r>
          </a:p>
        </p:txBody>
      </p:sp>
      <p:pic>
        <p:nvPicPr>
          <p:cNvPr id="2" name="图片 1" descr="/data/temp/a25510f7-5348-11ef-ba3c-6ee0244a7ade.jpga25510f7-5348-11ef-ba3c-6ee0244a7ade"/>
          <p:cNvPicPr>
            <a:picLocks noChangeAspect="1"/>
          </p:cNvPicPr>
          <p:nvPr>
            <p:custDataLst>
              <p:tags r:id="rId7"/>
            </p:custDataLst>
          </p:nvPr>
        </p:nvPicPr>
        <p:blipFill>
          <a:blip r:embed="rId10"/>
          <a:srcRect/>
          <a:stretch>
            <a:fillRect/>
          </a:stretch>
        </p:blipFill>
        <p:spPr>
          <a:xfrm>
            <a:off x="457221" y="1585054"/>
            <a:ext cx="3960257" cy="2229953"/>
          </a:xfrm>
          <a:prstGeom prst="rect">
            <a:avLst/>
          </a:prstGeom>
        </p:spPr>
      </p:pic>
      <p:pic>
        <p:nvPicPr>
          <p:cNvPr id="4" name="图片 3" descr="/data/temp/a255112e-5348-11ef-ba3c-6ee0244a7ade.jpga255112e-5348-11ef-ba3c-6ee0244a7ade"/>
          <p:cNvPicPr>
            <a:picLocks noChangeAspect="1"/>
          </p:cNvPicPr>
          <p:nvPr>
            <p:custDataLst>
              <p:tags r:id="rId8"/>
            </p:custDataLst>
          </p:nvPr>
        </p:nvPicPr>
        <p:blipFill>
          <a:blip r:embed="rId11"/>
          <a:srcRect/>
          <a:stretch>
            <a:fillRect/>
          </a:stretch>
        </p:blipFill>
        <p:spPr>
          <a:xfrm>
            <a:off x="457221" y="3914194"/>
            <a:ext cx="3960257" cy="2273152"/>
          </a:xfrm>
          <a:prstGeom prst="rect">
            <a:avLst/>
          </a:prstGeom>
        </p:spPr>
      </p:pic>
    </p:spTree>
    <p:custDataLst>
      <p:tags r:id="rId1"/>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2659832" y="1960779"/>
            <a:ext cx="6872335" cy="385084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the system catches the error, provides a helpful error message, and then re-prompts the user to try again. This approach ensures that the user experience remains smooth and frustration-free, even when mistakes are made.</a:t>
            </a:r>
          </a:p>
        </p:txBody>
      </p:sp>
    </p:spTree>
    <p:custDataLst>
      <p:tags r:id="rId1"/>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Additional Features</a:t>
            </a:r>
            <a:endParaRPr lang="zh-CN" dirty="0" err="1">
              <a:solidFill>
                <a:schemeClr val="dk1"/>
              </a:solidFill>
              <a:sym typeface="微软雅黑" panose="020B0503020204020204" charset="-122"/>
            </a:endParaRPr>
          </a:p>
        </p:txBody>
      </p:sp>
      <p:pic>
        <p:nvPicPr>
          <p:cNvPr id="2" name="图片 1" descr="/data/temp/a27bd070-5348-11ef-9901-220c3b873490.jpga27bd070-5348-11ef-9901-220c3b873490"/>
          <p:cNvPicPr>
            <a:picLocks noChangeAspect="1"/>
          </p:cNvPicPr>
          <p:nvPr>
            <p:custDataLst>
              <p:tags r:id="rId6"/>
            </p:custDataLst>
          </p:nvPr>
        </p:nvPicPr>
        <p:blipFill rotWithShape="1">
          <a:blip r:embed="rId9"/>
          <a:srcRect/>
          <a:stretch>
            <a:fillRect/>
          </a:stretch>
        </p:blipFill>
        <p:spPr>
          <a:xfrm>
            <a:off x="4662511" y="1842257"/>
            <a:ext cx="2866977" cy="2258316"/>
          </a:xfrm>
          <a:custGeom>
            <a:avLst/>
            <a:gdLst/>
            <a:ahLst/>
            <a:cxnLst>
              <a:cxn ang="3">
                <a:pos x="hc" y="t"/>
              </a:cxn>
              <a:cxn ang="cd2">
                <a:pos x="l" y="vc"/>
              </a:cxn>
              <a:cxn ang="cd4">
                <a:pos x="hc" y="b"/>
              </a:cxn>
              <a:cxn ang="0">
                <a:pos x="r" y="vc"/>
              </a:cxn>
            </a:cxnLst>
            <a:rect l="l" t="t" r="r" b="b"/>
            <a:pathLst>
              <a:path w="9480" h="2640">
                <a:moveTo>
                  <a:pt x="9480" y="0"/>
                </a:moveTo>
                <a:lnTo>
                  <a:pt x="9480" y="2640"/>
                </a:lnTo>
                <a:lnTo>
                  <a:pt x="0" y="2640"/>
                </a:lnTo>
                <a:lnTo>
                  <a:pt x="0" y="0"/>
                </a:lnTo>
                <a:lnTo>
                  <a:pt x="9480" y="0"/>
                </a:lnTo>
                <a:close/>
              </a:path>
            </a:pathLst>
          </a:custGeom>
        </p:spPr>
      </p:pic>
      <p:sp>
        <p:nvSpPr>
          <p:cNvPr id="11" name="Title 6"/>
          <p:cNvSpPr txBox="1"/>
          <p:nvPr>
            <p:custDataLst>
              <p:tags r:id="rId7"/>
            </p:custDataLst>
          </p:nvPr>
        </p:nvSpPr>
        <p:spPr>
          <a:xfrm>
            <a:off x="2530616" y="4362692"/>
            <a:ext cx="7130768" cy="144894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Description of Topics Used for Each Feature Developed
Inheritance and Polymorphism</a:t>
            </a:r>
          </a:p>
        </p:txBody>
      </p:sp>
    </p:spTree>
    <p:custDataLst>
      <p:tags r:id="rId1"/>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p>
        </p:txBody>
      </p:sp>
      <p:sp>
        <p:nvSpPr>
          <p:cNvPr id="11" name="Title 6"/>
          <p:cNvSpPr txBox="1"/>
          <p:nvPr>
            <p:custDataLst>
              <p:tags r:id="rId6"/>
            </p:custDataLst>
          </p:nvPr>
        </p:nvSpPr>
        <p:spPr>
          <a:xfrm>
            <a:off x="457161" y="1602604"/>
            <a:ext cx="11277678" cy="456719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Inheritance and Polymorphism are two of the fundamental principles of object-oriented programming, and they play a crucial role in the design and functionality of the CLI Banking System.
Inheritance:
The system’s architecture is designed using inheritance to promote code reuse and maintainability. The Account class is the base class that encapsulates common attributes and methods related to banking accounts, such as account number,</a:t>
            </a:r>
          </a:p>
        </p:txBody>
      </p:sp>
    </p:spTree>
    <p:custDataLst>
      <p:tags r:id="rId1"/>
    </p:custData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customer details, balance, and transaction handling methods. Derived classes like CheckingAccount and SavingsAccount inherit from the Account class, thereby gaining all the properties and methods of the Account class. This setup allows the system to treat different types of accounts uniformly, while still allowing for specialization in the derived classes.</a:t>
            </a:r>
          </a:p>
        </p:txBody>
      </p:sp>
    </p:spTree>
    <p:custDataLst>
      <p:tags r:id="rId1"/>
    </p:custData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For example, the Account class has methods like deposit(), withdraw(), and transfer(), which are common to all types of accounts. By inheriting from Account, both CheckingAccount and SavingsAccount can use these methods without needing to redefine them, which reduces redundancy and enhances the clarity of the code.
Polymorphism:</a:t>
            </a:r>
          </a:p>
        </p:txBody>
      </p:sp>
    </p:spTree>
    <p:custDataLst>
      <p:tags r:id="rId1"/>
    </p:custData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Polymorphism in the CLI Banking System is achieved through the use of interfaces and method overriding. The BankOperations interface defines a common set of operations (like deposit, withdraw, transfer) that any type of account must implement. This allows the system to handle different account types polymorphically, meaning that the same code can work with different types of accounts without modification.</a:t>
            </a:r>
          </a:p>
        </p:txBody>
      </p:sp>
    </p:spTree>
    <p:custDataLst>
      <p:tags r:id="rId1"/>
    </p:custData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For instance, a method that accepts a BankOperations object can operate on any account type (CheckingAccount or SavingsAccount), leveraging the overridden methods in these classes to perform specific actions based on the account type. This flexibility is key in large systems where operations need to be consistent across different object types but also need to cater to the specific behaviors of those objects.</a:t>
            </a:r>
          </a:p>
        </p:txBody>
      </p:sp>
    </p:spTree>
    <p:custDataLst>
      <p:tags r:id="rId1"/>
    </p:custData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b="0"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By leveraging inheritance and polymorphism, the system becomes more scalable and easier to extend. New account types can be added with minimal changes to the existing codebase, and common functionality can be centralized in base classes or interfaces, reducing duplication and potential errors.</a:t>
            </a:r>
          </a:p>
        </p:txBody>
      </p:sp>
    </p:spTree>
    <p:custDataLst>
      <p:tags r:id="rId1"/>
    </p:custData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Generics are employed in the CLI Banking System to increase the flexibility and type safety of the code. By using generics, the system is able to create data structures and methods that work with any type of object while ensuring that type errors are caught at compile time, rather than at runtime.
Generic Collections:</a:t>
            </a:r>
          </a:p>
        </p:txBody>
      </p:sp>
    </p:spTree>
    <p:custDataLst>
      <p:tags r:id="rId1"/>
    </p:custData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In the Bank class, collections such as HashMap&lt;String, Account&gt;, HashMap&lt;String, Admin&gt;, HashMap&lt;String, Employee&gt;, and HashMap&lt;String, Customer&gt; are used to manage various entities within the system. By parameterizing these collections with specific types (e.g., Account, Admin, Employee), the system ensures that each collection can only store objects of the specified type. This reduces the risk of runtime errors and makes the code easier to understand and maintain.</a:t>
            </a:r>
          </a:p>
        </p:txBody>
      </p:sp>
    </p:spTree>
    <p:custDataLst>
      <p:tags r:id="rId1"/>
    </p:custData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For example, HashMap&lt;String, Account&gt; is used to store accounts with the account number as the key. This setup ensures that only Account objects can be stored in this map, and it also allows the system to take advantage of Java’s powerful collection framework, including efficient search, insertion, and deletion operations.
Generic Methods:</a:t>
            </a:r>
          </a:p>
        </p:txBody>
      </p:sp>
    </p:spTree>
    <p:custDataLst>
      <p:tags r:id="rId1"/>
    </p:custData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767022" y="1837436"/>
            <a:ext cx="8657955"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Generic methods are used to create operations that can handle various data types without needing to overload methods for different types. For instance, the method that searches for accounts by customer information can be written generically to handle different search criteria (name, DOB, SIN) without duplicating code.</a:t>
            </a:r>
          </a:p>
        </p:txBody>
      </p:sp>
    </p:spTree>
    <p:custDataLst>
      <p:tags r:id="rId1"/>
    </p:custData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2325028" y="1837436"/>
            <a:ext cx="754194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This approach not only reduces code duplication but also ensures that the code is more adaptable to future changes. If new search criteria need to be added in the future, the system can be easily extended by leveraging existing generic structures.
Type Safety and Flexibility:</a:t>
            </a:r>
          </a:p>
        </p:txBody>
      </p:sp>
    </p:spTree>
    <p:custDataLst>
      <p:tags r:id="rId1"/>
    </p:custData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By using generics, the system is able to enforce type safety, meaning that potential type mismatches are caught during compilation rather than at runtime. This reduces the likelihood of bugs related to type conversion or incorrect type usage. It also makes the code more flexible, allowing it to be reused in different contexts without modification.</a:t>
            </a:r>
          </a:p>
        </p:txBody>
      </p:sp>
    </p:spTree>
    <p:custDataLst>
      <p:tags r:id="rId1"/>
    </p:custData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767022" y="1837436"/>
            <a:ext cx="8657955"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For example, a generic method to handle transactions might accept a collection of accounts as a parameter, allowing it to process multiple account types in a single operation. The use of generics here allows for code that is both type-safe and flexible, capable of adapting to various use cases with minimal changes.</a:t>
            </a:r>
          </a:p>
        </p:txBody>
      </p:sp>
    </p:spTree>
    <p:custDataLst>
      <p:tags r:id="rId1"/>
    </p:custData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2101826" y="1837436"/>
            <a:ext cx="798834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Generics play a crucial role in making the CLI Banking System both robust and flexible. By abstracting operations over different data types and ensuring type safety, the system becomes easier to extend and maintain, while reducing the risk of runtime errors.
Threading and Concurrency</a:t>
            </a:r>
          </a:p>
        </p:txBody>
      </p:sp>
    </p:spTree>
    <p:custDataLst>
      <p:tags r:id="rId1"/>
    </p:custData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Threading and Concurrency are vital for ensuring that the CLI Banking System can handle multiple transactions simultaneously without data corruption or inconsistency. This is particularly important in a banking system, where transactions must be processed reliably even under high load.
Concurrency Control with ReentrantLock:</a:t>
            </a:r>
          </a:p>
        </p:txBody>
      </p:sp>
    </p:spTree>
    <p:custDataLst>
      <p:tags r:id="rId1"/>
    </p:custData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ReentrantLock class is used in the system to manage concurrent access to account data. When multiple threads attempt to modify the same account simultaneously (e.g., through deposits, withdrawals, or transfers), the ReentrantLock ensures that only one thread can access the critical section of code at a time. This prevents race conditions and ensures that account balances are updated accurately.</a:t>
            </a:r>
          </a:p>
        </p:txBody>
      </p:sp>
    </p:spTree>
    <p:custDataLst>
      <p:tags r:id="rId1"/>
    </p:custData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For example, in the deposit() and withdraw() methods of the Account class, ReentrantLock is used to lock the account balance while it is being updated. This ensures that even if multiple users try to perform transactions at the same time, the balance is always accurate and reflects all the transactions correctly.
Thread Safety in Transaction Management:</a:t>
            </a:r>
          </a:p>
        </p:txBody>
      </p:sp>
    </p:spTree>
    <p:custDataLst>
      <p:tags r:id="rId1"/>
    </p:custData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system’s design ensures that all transaction operations are thread-safe. By using locks around critical sections of code where account data is modified, the system prevents issues such as double spending or incorrect balance calculations. This is crucial in a multi-user environment where transactions might be initiated simultaneously by different users.</a:t>
            </a:r>
          </a:p>
        </p:txBody>
      </p:sp>
    </p:spTree>
    <p:custDataLst>
      <p:tags r:id="rId1"/>
    </p:custData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878623" y="1837436"/>
            <a:ext cx="843475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Thread safety is further enhanced by encapsulating transaction logic within the Account class, where all changes to the balance are made. This ensures that all balance-related operations are protected by the same locking mechanism, maintaining consistency across the system.
Scalability and Performance:</a:t>
            </a:r>
          </a:p>
        </p:txBody>
      </p:sp>
    </p:spTree>
    <p:custDataLst>
      <p:tags r:id="rId1"/>
    </p:custData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990225" y="1837436"/>
            <a:ext cx="8211550"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By correctly managing concurrency with ReentrantLock, the system can scale to handle more transactions without compromising data integrity. This is particularly important in a banking system where transaction volume can vary significantly, and the system must be able to handle peak loads effectively.</a:t>
            </a:r>
          </a:p>
        </p:txBody>
      </p:sp>
    </p:spTree>
    <p:custDataLst>
      <p:tags r:id="rId1"/>
    </p:custData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use of threading also improves the performance of the system by allowing multiple operations to be processed in parallel, rather than serially. This reduces waiting times for users and increases the overall throughput of the system.
Threading and concurrency are key aspects of the system that ensure it can handle real-world banking scenarios reliably. By preventing data conflicts and ensuring accurate transaction processing,</a:t>
            </a:r>
          </a:p>
        </p:txBody>
      </p:sp>
    </p:spTree>
    <p:custDataLst>
      <p:tags r:id="rId1"/>
    </p:custData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the system is well-equipped to manage the demands of a multi-user environment.
Exception Handling
Exception Handling is integral to the robustness and reliability of the CLI Banking System. By anticipating and managing errors, the system can provide a better user experience and prevent unexpected crashes or data corruption.</a:t>
            </a:r>
          </a:p>
        </p:txBody>
      </p:sp>
    </p:spTree>
    <p:custDataLst>
      <p:tags r:id="rId1"/>
    </p:custData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Custom Exceptions:
Custom exceptions are defined to handle specific error conditions within the system. These include InvalidAmountException for handling invalid transaction amounts, InsufficientFundsException for managing cases where a withdrawal or transfer is attempted with insufficient balance, and InputValidationException for catching invalid user inputs during account creation or updates.</a:t>
            </a:r>
          </a:p>
        </p:txBody>
      </p:sp>
    </p:spTree>
    <p:custDataLst>
      <p:tags r:id="rId1"/>
    </p:custData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For example, if a user tries to withdraw more money than is available in their account, an InsufficientFundsException is thrown, and a meaningful error message is displayed to the user. This not only prevents the transaction from proceeding with an invalid state but also informs the user of the exact issue, helping them correct their action.
Input Validation and Error Reporting:</a:t>
            </a:r>
          </a:p>
        </p:txBody>
      </p:sp>
    </p:spTree>
    <p:custDataLst>
      <p:tags r:id="rId1"/>
    </p:custData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Validator class is used extensively to ensure that all user inputs are valid before they are processed by the system. If an input fails validation (e.g., an incorrectly formatted email or phone number), an InputValidationException is thrown, prompting the user to re-enter the correct information. This ensures that only valid data is stored in the system, reducing the risk of errors during processing.</a:t>
            </a:r>
          </a:p>
        </p:txBody>
      </p:sp>
    </p:spTree>
    <p:custDataLst>
      <p:tags r:id="rId1"/>
    </p:custData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This validation process is critical for maintaining the integrity of the system’s data, as it prevents invalid or potentially harmful data from being entered. For instance, ensuring that a SIN number is exactly 9 digits long helps prevent errors in identity verification or report generation.
Graceful Error Handling:</a:t>
            </a:r>
          </a:p>
        </p:txBody>
      </p:sp>
    </p:spTree>
    <p:custDataLst>
      <p:tags r:id="rId1"/>
    </p:custData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2" name="矩形 1"/>
          <p:cNvSpPr/>
          <p:nvPr>
            <p:custDataLst>
              <p:tags r:id="rId6"/>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8"/>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1"/>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system is designed to handle errors gracefully, meaning that when an error occurs, the system catches the exception and provides a helpful message to the user. Rather than allowing the system to crash or enter an invalid state, exceptions are caught at critical points, and the user is informed of the issue with clear instructions on how to proceed.</a:t>
            </a:r>
          </a:p>
        </p:txBody>
      </p:sp>
    </p:spTree>
    <p:custDataLst>
      <p:tags r:id="rId1"/>
    </p:custData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For example, if a user tries to delete an account that doesn’t exist, the system catches this scenario and prompts the user to re-enter the account ID. This prevents confusion and ensures that users are guided towards successful completion of their tasks, even when they make mistakes.
Improving User Experience with Exception Handling:</a:t>
            </a:r>
          </a:p>
        </p:txBody>
      </p:sp>
    </p:spTree>
    <p:custDataLst>
      <p:tags r:id="rId1"/>
    </p:custData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1878623" y="1837436"/>
            <a:ext cx="843475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By implementing detailed and specific exception handling, the system enhances the overall user experience. Users are less likely to encounter unhandled errors that could disrupt their workflow, and when errors do occur, they are managed in a way that minimizes frustration and helps users correct their input.</a:t>
            </a:r>
          </a:p>
        </p:txBody>
      </p:sp>
    </p:spTree>
    <p:custDataLst>
      <p:tags r:id="rId1"/>
    </p:custData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2101826" y="1837436"/>
            <a:ext cx="798834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The system’s exception handling also contributes to its reliability, as it ensures that operations are only completed when all conditions are met. This prevents issues such as data corruption, incomplete transactions, or invalid system states, which could otherwise result from unhandled errors.</a:t>
            </a:r>
          </a:p>
        </p:txBody>
      </p:sp>
    </p:spTree>
    <p:custDataLst>
      <p:tags r:id="rId1"/>
    </p:custData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4"/>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5"/>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err="1">
                <a:solidFill>
                  <a:schemeClr val="dk1"/>
                </a:solidFill>
                <a:sym typeface="微软雅黑" panose="020B0503020204020204" charset="-122"/>
              </a:rPr>
              <a:t>Application of topic</a:t>
            </a:r>
            <a:endParaRPr lang="zh-CN" dirty="0" err="1">
              <a:solidFill>
                <a:schemeClr val="dk1"/>
              </a:solidFill>
              <a:sym typeface="微软雅黑" panose="020B0503020204020204" charset="-122"/>
            </a:endParaRPr>
          </a:p>
        </p:txBody>
      </p:sp>
      <p:sp>
        <p:nvSpPr>
          <p:cNvPr id="11" name="Title 6"/>
          <p:cNvSpPr txBox="1"/>
          <p:nvPr>
            <p:custDataLst>
              <p:tags r:id="rId6"/>
            </p:custDataLst>
          </p:nvPr>
        </p:nvSpPr>
        <p:spPr>
          <a:xfrm>
            <a:off x="2325028" y="1837436"/>
            <a:ext cx="754194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Exception handling is a critical component of the CLI Banking System’s architecture, ensuring that the system is both robust and user-friendly. By managing errors effectively, the system can provide a reliable service, even in the face of unexpected inputs or conditions.</a:t>
            </a:r>
          </a:p>
        </p:txBody>
      </p:sp>
    </p:spTree>
    <p:custDataLst>
      <p:tags r:id="rId1"/>
    </p:custData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2"/>
            </p:custDataLst>
          </p:nvPr>
        </p:nvSpPr>
        <p:spPr>
          <a:xfrm>
            <a:off x="384175" y="503555"/>
            <a:ext cx="11807825" cy="3676650"/>
          </a:xfrm>
        </p:spPr>
        <p:txBody>
          <a:bodyPr>
            <a:normAutofit/>
          </a:bodyPr>
          <a:lstStyle/>
          <a:p>
            <a:pPr algn="ctr"/>
            <a:r>
              <a:rPr lang="en-US" altLang="zh-CN" sz="8000">
                <a:solidFill>
                  <a:schemeClr val="accent1"/>
                </a:solidFill>
              </a:rPr>
              <a:t>Thanks for Watching</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JlYTFhYTQ3MTAxZjc5MzJkYjFhY2Y1YTRiYTczMG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4-08-06T00:34:48&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2"/>
</p:tagLst>
</file>

<file path=ppt/tags/tag1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3"/>
</p:tagLst>
</file>

<file path=ppt/tags/tag1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4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7"/>
</p:tagLst>
</file>

<file path=ppt/tags/tag143.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4-08-06T00:34:48&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2"/>
</p:tagLst>
</file>

<file path=ppt/tags/tag1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3"/>
</p:tagLst>
</file>

<file path=ppt/tags/tag1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7"/>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20058"/>
</p:tagLst>
</file>

<file path=ppt/tags/tag154.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4-08-06T00:34:48&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Lst>
</file>

<file path=ppt/tags/tag15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1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9434_2*l_h_f*1_1_1"/>
  <p:tag name="KSO_WM_TEMPLATE_CATEGORY" val="diagram"/>
  <p:tag name="KSO_WM_TEMPLATE_INDEX" val="20219434"/>
  <p:tag name="KSO_WM_UNIT_LAYERLEVEL" val="1_1_1"/>
  <p:tag name="KSO_WM_TAG_VERSION" val="1.0"/>
  <p:tag name="KSO_WM_BEAUTIFY_FLAG" val="#wm#"/>
  <p:tag name="KSO_WM_UNIT_PRESET_TEXT" val="单击此处输入你的正文，文字是您思想的提炼，为最终演示发布的良好效果，请尽量言简意赅的阐述观点；根据需要可酌情增减文字，以便观者可以准确理解您所传达的信息。单击此处输入你的正文，文字就是您您思想的提炼。"/>
  <p:tag name="KSO_WM_CHIP_GROUPID" val="60bed5134737e0f4c1ebe8b9"/>
  <p:tag name="KSO_WM_CHIP_XID" val="60bed5134737e0f4c1ebe8ba"/>
  <p:tag name="KSO_WM_ASSEMBLE_CHIP_INDEX" val="30f0e9c97e96423b9e58a8fcf4a1d796"/>
  <p:tag name="KSO_WM_UNIT_TEXT_FILL_FORE_SCHEMECOLOR_INDEX_BRIGHTNESS" val="0.25"/>
  <p:tag name="KSO_WM_UNIT_TEXT_FILL_FORE_SCHEMECOLOR_INDEX" val="13"/>
  <p:tag name="KSO_WM_UNIT_TEXT_FILL_TYPE" val="1"/>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6"/>
  <p:tag name="KSO_WM_UNIT_ID" val="diagram20219434_2*l_h_i*1_1_6"/>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2"/>
  <p:tag name="KSO_WM_UNIT_TEXT_FILL_FORE_SCHEMECOLOR_INDEX_BRIGHTNESS" val="-0.25"/>
  <p:tag name="KSO_WM_UNIT_TEXT_FILL_FORE_SCHEMECOLOR_INDEX" val="5"/>
  <p:tag name="KSO_WM_UNIT_TEXT_FILL_TYPE" val="1"/>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2"/>
  <p:tag name="KSO_WM_UNIT_ID" val="diagram20219434_2*l_h_i*1_1_12"/>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3"/>
  <p:tag name="KSO_WM_UNIT_ID" val="diagram20219434_2*l_h_i*1_1_13"/>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1"/>
  <p:tag name="KSO_WM_UNIT_ID" val="diagram20219434_2*l_h_i*1_1_11"/>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5"/>
  <p:tag name="KSO_WM_UNIT_ID" val="diagram20219434_2*l_h_i*1_1_15"/>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6"/>
  <p:tag name="KSO_WM_UNIT_ID" val="diagram20219434_2*l_h_i*1_1_16"/>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4"/>
  <p:tag name="KSO_WM_UNIT_ID" val="diagram20219434_2*l_h_i*1_1_14"/>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8"/>
  <p:tag name="KSO_WM_UNIT_ID" val="diagram20219434_2*l_h_i*1_1_18"/>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7"/>
  <p:tag name="KSO_WM_UNIT_ID" val="diagram20219434_2*l_h_i*1_1_17"/>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9"/>
  <p:tag name="KSO_WM_UNIT_ID" val="diagram20219434_2*l_h_i*1_1_19"/>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9434_2*l_h_i*1_1_2"/>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9434_2*l_h_i*1_1_1"/>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19434_2*l_h_i*1_1_4"/>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1"/>
  <p:tag name="KSO_WM_UNIT_TEXT_FILL_FORE_SCHEMECOLOR_INDEX_BRIGHTNESS" val="0"/>
  <p:tag name="KSO_WM_UNIT_TEXT_FILL_FORE_SCHEMECOLOR_INDEX" val="13"/>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20219434_2*l_h_i*1_1_5"/>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19434_2*l_h_i*1_1_3"/>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7"/>
  <p:tag name="KSO_WM_UNIT_ID" val="diagram20219434_2*l_h_i*1_1_7"/>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8"/>
  <p:tag name="KSO_WM_UNIT_ID" val="diagram20219434_2*l_h_i*1_1_8"/>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0"/>
  <p:tag name="KSO_WM_UNIT_ID" val="diagram20219434_2*l_h_i*1_1_10"/>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9"/>
  <p:tag name="KSO_WM_UNIT_ID" val="diagram20219434_2*l_h_i*1_1_9"/>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1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9434_2*l_h_f*1_2_1"/>
  <p:tag name="KSO_WM_TEMPLATE_CATEGORY" val="diagram"/>
  <p:tag name="KSO_WM_TEMPLATE_INDEX" val="20219434"/>
  <p:tag name="KSO_WM_UNIT_LAYERLEVEL" val="1_1_1"/>
  <p:tag name="KSO_WM_TAG_VERSION" val="1.0"/>
  <p:tag name="KSO_WM_BEAUTIFY_FLAG" val="#wm#"/>
  <p:tag name="KSO_WM_UNIT_PRESET_TEXT" val="单击此处输入你的正文，文字是您思想的提炼，为最终演示发布的良好效果，请尽量言简意赅的阐述观点；根据需要可酌情增减文字，以便观者可以准确理解您所传达的信息。单击此处输入你的正文，文字就是您您思想的提炼。"/>
  <p:tag name="KSO_WM_CHIP_GROUPID" val="60bed5134737e0f4c1ebe8b9"/>
  <p:tag name="KSO_WM_CHIP_XID" val="60bed5134737e0f4c1ebe8ba"/>
  <p:tag name="KSO_WM_ASSEMBLE_CHIP_INDEX" val="30f0e9c97e96423b9e58a8fcf4a1d796"/>
  <p:tag name="KSO_WM_UNIT_TEXT_FILL_FORE_SCHEMECOLOR_INDEX_BRIGHTNESS" val="0.25"/>
  <p:tag name="KSO_WM_UNIT_TEXT_FILL_FORE_SCHEMECOLOR_INDEX" val="13"/>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6"/>
  <p:tag name="KSO_WM_UNIT_ID" val="diagram20219434_2*l_h_i*1_2_6"/>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2"/>
  <p:tag name="KSO_WM_UNIT_TEXT_FILL_FORE_SCHEMECOLOR_INDEX_BRIGHTNESS" val="-0.25"/>
  <p:tag name="KSO_WM_UNIT_TEXT_FILL_FORE_SCHEMECOLOR_INDEX" val="5"/>
  <p:tag name="KSO_WM_UNIT_TEXT_FILL_TYPE" val="1"/>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2"/>
  <p:tag name="KSO_WM_UNIT_ID" val="diagram20219434_2*l_h_i*1_2_12"/>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3"/>
  <p:tag name="KSO_WM_UNIT_ID" val="diagram20219434_2*l_h_i*1_2_13"/>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1"/>
  <p:tag name="KSO_WM_UNIT_ID" val="diagram20219434_2*l_h_i*1_2_11"/>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5"/>
  <p:tag name="KSO_WM_UNIT_ID" val="diagram20219434_2*l_h_i*1_2_15"/>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6"/>
  <p:tag name="KSO_WM_UNIT_ID" val="diagram20219434_2*l_h_i*1_2_16"/>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4"/>
  <p:tag name="KSO_WM_UNIT_ID" val="diagram20219434_2*l_h_i*1_2_14"/>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8"/>
  <p:tag name="KSO_WM_UNIT_ID" val="diagram20219434_2*l_h_i*1_2_18"/>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7"/>
  <p:tag name="KSO_WM_UNIT_ID" val="diagram20219434_2*l_h_i*1_2_17"/>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9"/>
  <p:tag name="KSO_WM_UNIT_ID" val="diagram20219434_2*l_h_i*1_2_19"/>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19434_2*l_h_i*1_2_2"/>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9434_2*l_h_i*1_2_1"/>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19434_2*l_h_i*1_2_4"/>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1"/>
  <p:tag name="KSO_WM_UNIT_TEXT_FILL_FORE_SCHEMECOLOR_INDEX_BRIGHTNESS" val="0"/>
  <p:tag name="KSO_WM_UNIT_TEXT_FILL_FORE_SCHEMECOLOR_INDEX" val="13"/>
  <p:tag name="KSO_WM_UNIT_TEXT_FILL_TYPE" val="1"/>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diagram20219434_2*l_h_i*1_2_5"/>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19434_2*l_h_i*1_2_3"/>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7"/>
  <p:tag name="KSO_WM_UNIT_ID" val="diagram20219434_2*l_h_i*1_2_7"/>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8"/>
  <p:tag name="KSO_WM_UNIT_ID" val="diagram20219434_2*l_h_i*1_2_8"/>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0"/>
  <p:tag name="KSO_WM_UNIT_ID" val="diagram20219434_2*l_h_i*1_2_10"/>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9"/>
  <p:tag name="KSO_WM_UNIT_ID" val="diagram20219434_2*l_h_i*1_2_9"/>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1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9434_2*l_h_f*1_3_1"/>
  <p:tag name="KSO_WM_TEMPLATE_CATEGORY" val="diagram"/>
  <p:tag name="KSO_WM_TEMPLATE_INDEX" val="20219434"/>
  <p:tag name="KSO_WM_UNIT_LAYERLEVEL" val="1_1_1"/>
  <p:tag name="KSO_WM_TAG_VERSION" val="1.0"/>
  <p:tag name="KSO_WM_BEAUTIFY_FLAG" val="#wm#"/>
  <p:tag name="KSO_WM_UNIT_PRESET_TEXT" val="单击此处输入你的正文，文字是您思想的提炼，为最终演示发布的良好效果，请尽量言简意赅的阐述观点；根据需要可酌情增减文字，以便观者可以准确理解您所传达的信息。单击此处输入你的正文，文字就是您您思想的提炼。"/>
  <p:tag name="KSO_WM_CHIP_GROUPID" val="60bed5134737e0f4c1ebe8b9"/>
  <p:tag name="KSO_WM_CHIP_XID" val="60bed5134737e0f4c1ebe8ba"/>
  <p:tag name="KSO_WM_ASSEMBLE_CHIP_INDEX" val="30f0e9c97e96423b9e58a8fcf4a1d796"/>
  <p:tag name="KSO_WM_UNIT_TEXT_FILL_FORE_SCHEMECOLOR_INDEX_BRIGHTNESS" val="0.25"/>
  <p:tag name="KSO_WM_UNIT_TEXT_FILL_FORE_SCHEMECOLOR_INDEX" val="13"/>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6"/>
  <p:tag name="KSO_WM_UNIT_ID" val="diagram20219434_2*l_h_i*1_3_6"/>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2"/>
  <p:tag name="KSO_WM_UNIT_TEXT_FILL_FORE_SCHEMECOLOR_INDEX_BRIGHTNESS" val="-0.25"/>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2"/>
  <p:tag name="KSO_WM_UNIT_ID" val="diagram20219434_2*l_h_i*1_3_12"/>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3"/>
  <p:tag name="KSO_WM_UNIT_ID" val="diagram20219434_2*l_h_i*1_3_13"/>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1"/>
  <p:tag name="KSO_WM_UNIT_ID" val="diagram20219434_2*l_h_i*1_3_11"/>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5"/>
  <p:tag name="KSO_WM_UNIT_ID" val="diagram20219434_2*l_h_i*1_3_15"/>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6"/>
  <p:tag name="KSO_WM_UNIT_ID" val="diagram20219434_2*l_h_i*1_3_16"/>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4"/>
  <p:tag name="KSO_WM_UNIT_ID" val="diagram20219434_2*l_h_i*1_3_14"/>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8"/>
  <p:tag name="KSO_WM_UNIT_ID" val="diagram20219434_2*l_h_i*1_3_18"/>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7"/>
  <p:tag name="KSO_WM_UNIT_ID" val="diagram20219434_2*l_h_i*1_3_17"/>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9"/>
  <p:tag name="KSO_WM_UNIT_ID" val="diagram20219434_2*l_h_i*1_3_19"/>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19434_2*l_h_i*1_3_2"/>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19434_2*l_h_i*1_3_1"/>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diagram20219434_2*l_h_i*1_3_4"/>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1"/>
  <p:tag name="KSO_WM_UNIT_TEXT_FILL_FORE_SCHEMECOLOR_INDEX_BRIGHTNESS" val="0"/>
  <p:tag name="KSO_WM_UNIT_TEXT_FILL_FORE_SCHEMECOLOR_INDEX" val="13"/>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5"/>
  <p:tag name="KSO_WM_UNIT_ID" val="diagram20219434_2*l_h_i*1_3_5"/>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19434_2*l_h_i*1_3_3"/>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7"/>
  <p:tag name="KSO_WM_UNIT_ID" val="diagram20219434_2*l_h_i*1_3_7"/>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8"/>
  <p:tag name="KSO_WM_UNIT_ID" val="diagram20219434_2*l_h_i*1_3_8"/>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0"/>
  <p:tag name="KSO_WM_UNIT_ID" val="diagram20219434_2*l_h_i*1_3_10"/>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9"/>
  <p:tag name="KSO_WM_UNIT_ID" val="diagram20219434_2*l_h_i*1_3_9"/>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14"/>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19434_2*l_h_f*1_4_1"/>
  <p:tag name="KSO_WM_TEMPLATE_CATEGORY" val="diagram"/>
  <p:tag name="KSO_WM_TEMPLATE_INDEX" val="20219434"/>
  <p:tag name="KSO_WM_UNIT_LAYERLEVEL" val="1_1_1"/>
  <p:tag name="KSO_WM_TAG_VERSION" val="1.0"/>
  <p:tag name="KSO_WM_BEAUTIFY_FLAG" val="#wm#"/>
  <p:tag name="KSO_WM_UNIT_PRESET_TEXT" val="单击此处输入你的正文，文字是您思想的提炼，为最终演示发布的良好效果，请尽量言简意赅的阐述观点；根据需要可酌情增减文字，以便观者可以准确理解您所传达的信息。单击此处输入你的正文，文字就是您您思想的提炼。"/>
  <p:tag name="KSO_WM_CHIP_GROUPID" val="60bed5134737e0f4c1ebe8b9"/>
  <p:tag name="KSO_WM_CHIP_XID" val="60bed5134737e0f4c1ebe8ba"/>
  <p:tag name="KSO_WM_ASSEMBLE_CHIP_INDEX" val="30f0e9c97e96423b9e58a8fcf4a1d796"/>
  <p:tag name="KSO_WM_UNIT_TEXT_FILL_FORE_SCHEMECOLOR_INDEX_BRIGHTNESS" val="0.25"/>
  <p:tag name="KSO_WM_UNIT_TEXT_FILL_FORE_SCHEMECOLOR_INDEX" val="13"/>
  <p:tag name="KSO_WM_UNIT_TEXT_FILL_TYPE" val="1"/>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6"/>
  <p:tag name="KSO_WM_UNIT_ID" val="diagram20219434_2*l_h_i*1_4_6"/>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2"/>
  <p:tag name="KSO_WM_UNIT_TEXT_FILL_FORE_SCHEMECOLOR_INDEX_BRIGHTNESS" val="-0.25"/>
  <p:tag name="KSO_WM_UNIT_TEXT_FILL_FORE_SCHEMECOLOR_INDEX" val="5"/>
  <p:tag name="KSO_WM_UNIT_TEXT_FILL_TYPE" val="1"/>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2"/>
  <p:tag name="KSO_WM_UNIT_ID" val="diagram20219434_2*l_h_i*1_4_12"/>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3"/>
  <p:tag name="KSO_WM_UNIT_ID" val="diagram20219434_2*l_h_i*1_4_13"/>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1"/>
  <p:tag name="KSO_WM_UNIT_ID" val="diagram20219434_2*l_h_i*1_4_11"/>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5"/>
  <p:tag name="KSO_WM_UNIT_ID" val="diagram20219434_2*l_h_i*1_4_15"/>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6"/>
  <p:tag name="KSO_WM_UNIT_ID" val="diagram20219434_2*l_h_i*1_4_16"/>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TEXT_FILL_FORE_SCHEMECOLOR_INDEX_BRIGHTNESS" val="0"/>
  <p:tag name="KSO_WM_UNIT_TEXT_FILL_FORE_SCHEMECOLOR_INDEX" val="13"/>
  <p:tag name="KSO_WM_UNIT_TEXT_FILL_TYPE" val="1"/>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4"/>
  <p:tag name="KSO_WM_UNIT_ID" val="diagram20219434_2*l_h_i*1_4_14"/>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8"/>
  <p:tag name="KSO_WM_UNIT_ID" val="diagram20219434_2*l_h_i*1_4_18"/>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7"/>
  <p:tag name="KSO_WM_UNIT_ID" val="diagram20219434_2*l_h_i*1_4_17"/>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9"/>
  <p:tag name="KSO_WM_UNIT_ID" val="diagram20219434_2*l_h_i*1_4_19"/>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19434_2*l_h_i*1_4_2"/>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19434_2*l_h_i*1_4_1"/>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4"/>
  <p:tag name="KSO_WM_UNIT_ID" val="diagram20219434_2*l_h_i*1_4_4"/>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1"/>
  <p:tag name="KSO_WM_UNIT_TEXT_FILL_FORE_SCHEMECOLOR_INDEX_BRIGHTNESS" val="0"/>
  <p:tag name="KSO_WM_UNIT_TEXT_FILL_FORE_SCHEMECOLOR_INDEX" val="13"/>
  <p:tag name="KSO_WM_UNIT_TEXT_FILL_TYPE" val="1"/>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5"/>
  <p:tag name="KSO_WM_UNIT_ID" val="diagram20219434_2*l_h_i*1_4_5"/>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19434_2*l_h_i*1_4_3"/>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7"/>
  <p:tag name="KSO_WM_UNIT_ID" val="diagram20219434_2*l_h_i*1_4_7"/>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8"/>
  <p:tag name="KSO_WM_UNIT_ID" val="diagram20219434_2*l_h_i*1_4_8"/>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0"/>
  <p:tag name="KSO_WM_UNIT_ID" val="diagram20219434_2*l_h_i*1_4_10"/>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9"/>
  <p:tag name="KSO_WM_UNIT_ID" val="diagram20219434_2*l_h_i*1_4_9"/>
  <p:tag name="KSO_WM_TEMPLATE_CATEGORY" val="diagram"/>
  <p:tag name="KSO_WM_TEMPLATE_INDEX" val="20219434"/>
  <p:tag name="KSO_WM_UNIT_LAYERLEVEL" val="1_1_1"/>
  <p:tag name="KSO_WM_TAG_VERSION" val="1.0"/>
  <p:tag name="KSO_WM_BEAUTIFY_FLAG" val="#wm#"/>
  <p:tag name="KSO_WM_CHIP_GROUPID" val="60bed5134737e0f4c1ebe8b9"/>
  <p:tag name="KSO_WM_CHIP_XID" val="60bed5134737e0f4c1ebe8ba"/>
  <p:tag name="KSO_WM_ASSEMBLE_CHIP_INDEX" val="30f0e9c97e96423b9e58a8fcf4a1d796"/>
  <p:tag name="KSO_WM_UNIT_VALUE" val="0"/>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38.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4-08-06T00:34:48&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2"/>
</p:tagLst>
</file>

<file path=ppt/tags/tag2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3"/>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4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7"/>
</p:tagLst>
</file>

<file path=ppt/tags/tag248.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4-08-06T00:34:48&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5778_3*l_i*1_1"/>
  <p:tag name="KSO_WM_TEMPLATE_CATEGORY" val="diagram"/>
  <p:tag name="KSO_WM_TEMPLATE_INDEX" val="20205778"/>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5778_3*l_h_i*1_1_1"/>
  <p:tag name="KSO_WM_TEMPLATE_CATEGORY" val="diagram"/>
  <p:tag name="KSO_WM_TEMPLATE_INDEX" val="20205778"/>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05778_3*l_h_i*1_1_2"/>
  <p:tag name="KSO_WM_TEMPLATE_CATEGORY" val="diagram"/>
  <p:tag name="KSO_WM_TEMPLATE_INDEX" val="2020577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05778_3*l_h_i*1_1_3"/>
  <p:tag name="KSO_WM_TEMPLATE_CATEGORY" val="diagram"/>
  <p:tag name="KSO_WM_TEMPLATE_INDEX" val="20205778"/>
  <p:tag name="KSO_WM_UNIT_LAYERLEVEL" val="1_1_1"/>
  <p:tag name="KSO_WM_TAG_VERSION" val="1.0"/>
  <p:tag name="KSO_WM_BEAUTIFY_FLAG" val="#wm#"/>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05778_3*l_h_i*1_1_4"/>
  <p:tag name="KSO_WM_TEMPLATE_CATEGORY" val="diagram"/>
  <p:tag name="KSO_WM_TEMPLATE_INDEX" val="20205778"/>
  <p:tag name="KSO_WM_UNIT_LAYERLEVEL" val="1_1_1"/>
  <p:tag name="KSO_WM_TAG_VERSION" val="1.0"/>
  <p:tag name="KSO_WM_BEAUTIFY_FLAG" val="#wm#"/>
  <p:tag name="KSO_WM_UNIT_TEXT_FILL_FORE_SCHEMECOLOR_INDEX_BRIGHTNESS" val="0"/>
  <p:tag name="KSO_WM_UNIT_TEXT_FILL_FORE_SCHEMECOLOR_INDEX" val="2"/>
  <p:tag name="KSO_WM_UNIT_TEXT_FILL_TYPE" val="1"/>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5778_3*l_h_i*1_2_1"/>
  <p:tag name="KSO_WM_TEMPLATE_CATEGORY" val="diagram"/>
  <p:tag name="KSO_WM_TEMPLATE_INDEX" val="20205778"/>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05778_3*l_h_i*1_2_3"/>
  <p:tag name="KSO_WM_TEMPLATE_CATEGORY" val="diagram"/>
  <p:tag name="KSO_WM_TEMPLATE_INDEX" val="20205778"/>
  <p:tag name="KSO_WM_UNIT_LAYERLEVEL" val="1_1_1"/>
  <p:tag name="KSO_WM_TAG_VERSION" val="1.0"/>
  <p:tag name="KSO_WM_BEAUTIFY_FLAG" val="#wm#"/>
</p:tagLst>
</file>

<file path=ppt/tags/tag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05778_3*l_h_i*1_2_4"/>
  <p:tag name="KSO_WM_TEMPLATE_CATEGORY" val="diagram"/>
  <p:tag name="KSO_WM_TEMPLATE_INDEX" val="20205778"/>
  <p:tag name="KSO_WM_UNIT_LAYERLEVEL" val="1_1_1"/>
  <p:tag name="KSO_WM_TAG_VERSION" val="1.0"/>
  <p:tag name="KSO_WM_BEAUTIFY_FLAG" val="#wm#"/>
  <p:tag name="KSO_WM_UNIT_TEXT_FILL_FORE_SCHEMECOLOR_INDEX_BRIGHTNESS" val="0"/>
  <p:tag name="KSO_WM_UNIT_TEXT_FILL_FORE_SCHEMECOLOR_INDEX" val="2"/>
  <p:tag name="KSO_WM_UNIT_TEXT_FILL_TYPE" val="1"/>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05778_3*l_h_i*1_2_2"/>
  <p:tag name="KSO_WM_TEMPLATE_CATEGORY" val="diagram"/>
  <p:tag name="KSO_WM_TEMPLATE_INDEX" val="2020577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5778_3*l_h_i*1_3_1"/>
  <p:tag name="KSO_WM_TEMPLATE_CATEGORY" val="diagram"/>
  <p:tag name="KSO_WM_TEMPLATE_INDEX" val="20205778"/>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ID" val="diagram20205778_3*l_h_i*1_3_2"/>
  <p:tag name="KSO_WM_TEMPLATE_CATEGORY" val="diagram"/>
  <p:tag name="KSO_WM_TEMPLATE_INDEX" val="2020577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05778_3*l_h_i*1_3_3"/>
  <p:tag name="KSO_WM_TEMPLATE_CATEGORY" val="diagram"/>
  <p:tag name="KSO_WM_TEMPLATE_INDEX" val="20205778"/>
  <p:tag name="KSO_WM_UNIT_LAYERLEVEL" val="1_1_1"/>
  <p:tag name="KSO_WM_TAG_VERSION" val="1.0"/>
  <p:tag name="KSO_WM_BEAUTIFY_FLAG" val="#wm#"/>
</p:tagLst>
</file>

<file path=ppt/tags/tag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diagram20205778_3*l_h_i*1_3_4"/>
  <p:tag name="KSO_WM_TEMPLATE_CATEGORY" val="diagram"/>
  <p:tag name="KSO_WM_TEMPLATE_INDEX" val="20205778"/>
  <p:tag name="KSO_WM_UNIT_LAYERLEVEL" val="1_1_1"/>
  <p:tag name="KSO_WM_TAG_VERSION" val="1.0"/>
  <p:tag name="KSO_WM_BEAUTIFY_FLAG" val="#wm#"/>
  <p:tag name="KSO_WM_UNIT_TEXT_FILL_FORE_SCHEMECOLOR_INDEX_BRIGHTNESS" val="0"/>
  <p:tag name="KSO_WM_UNIT_TEXT_FILL_FORE_SCHEMECOLOR_INDEX" val="2"/>
  <p:tag name="KSO_WM_UNIT_TEXT_FILL_TYPE" val="1"/>
</p:tagLst>
</file>

<file path=ppt/tags/tag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4"/>
  <p:tag name="KSO_WM_UNIT_ID" val="diagram20205778_3*l_h_i*1_4_4"/>
  <p:tag name="KSO_WM_TEMPLATE_CATEGORY" val="diagram"/>
  <p:tag name="KSO_WM_TEMPLATE_INDEX" val="20205778"/>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05778_3*l_h_i*1_4_1"/>
  <p:tag name="KSO_WM_TEMPLATE_CATEGORY" val="diagram"/>
  <p:tag name="KSO_WM_TEMPLATE_INDEX" val="20205778"/>
  <p:tag name="KSO_WM_UNIT_LAYERLEVEL" val="1_1_1"/>
  <p:tag name="KSO_WM_TAG_VERSION" val="1.0"/>
  <p:tag name="KSO_WM_BEAUTIFY_FLAG" val="#wm#"/>
</p:tagLst>
</file>

<file path=ppt/tags/tag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05778_3*l_h_i*1_4_3"/>
  <p:tag name="KSO_WM_TEMPLATE_CATEGORY" val="diagram"/>
  <p:tag name="KSO_WM_TEMPLATE_INDEX" val="20205778"/>
  <p:tag name="KSO_WM_UNIT_LAYERLEVEL" val="1_1_1"/>
  <p:tag name="KSO_WM_TAG_VERSION" val="1.0"/>
  <p:tag name="KSO_WM_BEAUTIFY_FLAG" val="#wm#"/>
  <p:tag name="KSO_WM_UNIT_TEXT_FILL_FORE_SCHEMECOLOR_INDEX_BRIGHTNESS" val="0"/>
  <p:tag name="KSO_WM_UNIT_TEXT_FILL_FORE_SCHEMECOLOR_INDEX" val="2"/>
  <p:tag name="KSO_WM_UNIT_TEXT_FILL_TYPE" val="1"/>
</p:tagLst>
</file>

<file path=ppt/tags/tag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2"/>
  <p:tag name="KSO_WM_UNIT_ID" val="diagram20205778_3*l_h_i*1_4_2"/>
  <p:tag name="KSO_WM_TEMPLATE_CATEGORY" val="diagram"/>
  <p:tag name="KSO_WM_TEMPLATE_INDEX" val="2020577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5778_3*l_i*1_2"/>
  <p:tag name="KSO_WM_TEMPLATE_CATEGORY" val="diagram"/>
  <p:tag name="KSO_WM_TEMPLATE_INDEX" val="20205778"/>
  <p:tag name="KSO_WM_UNIT_LAYERLEVEL" val="1_1"/>
  <p:tag name="KSO_WM_TAG_VERSION" val="1.0"/>
  <p:tag name="KSO_WM_BEAUTIFY_FLAG" val="#wm#"/>
  <p:tag name="KSO_WM_UNIT_TEXT_FILL_FORE_SCHEMECOLOR_INDEX_BRIGHTNESS" val="0"/>
  <p:tag name="KSO_WM_UNIT_TEXT_FILL_FORE_SCHEMECOLOR_INDEX" val="2"/>
  <p:tag name="KSO_WM_UNIT_TEXT_FILL_TYPE" val="1"/>
</p:tagLst>
</file>

<file path=ppt/tags/tag27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5778_3*l_h_f*1_1_1"/>
  <p:tag name="KSO_WM_TEMPLATE_CATEGORY" val="diagram"/>
  <p:tag name="KSO_WM_TEMPLATE_INDEX" val="20205778"/>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27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5778_3*l_h_f*1_3_1"/>
  <p:tag name="KSO_WM_TEMPLATE_CATEGORY" val="diagram"/>
  <p:tag name="KSO_WM_TEMPLATE_INDEX" val="20205778"/>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27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5778_3*l_h_f*1_2_1"/>
  <p:tag name="KSO_WM_TEMPLATE_CATEGORY" val="diagram"/>
  <p:tag name="KSO_WM_TEMPLATE_INDEX" val="20205778"/>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27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05778_3*l_h_f*1_4_1"/>
  <p:tag name="KSO_WM_TEMPLATE_CATEGORY" val="diagram"/>
  <p:tag name="KSO_WM_TEMPLATE_INDEX" val="20205778"/>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274.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4-08-06T00:34:48&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2"/>
</p:tagLst>
</file>

<file path=ppt/tags/tag2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3"/>
</p:tagLst>
</file>

<file path=ppt/tags/tag2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7"/>
</p:tagLst>
</file>

<file path=ppt/tags/tag284.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4-08-06T00:34:48&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3"/>
</p:tagLst>
</file>

<file path=ppt/tags/tag289.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4-08-06T00:34:48&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3"/>
</p:tagLst>
</file>

<file path=ppt/tags/tag29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0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0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1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1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2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3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4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5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5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7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9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9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0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1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1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8&quot;,&quot;maxSize&quot;:{&quot;size1&quot;:20},&quot;minSize&quot;:{&quot;size1&quot;:11.2},&quot;normalSize&quot;:{&quot;size1&quot;:11.2},&quot;subLayout&quot;:[{&quot;id&quot;:&quot;2024-08-06T00:34:48&quot;,&quot;margin&quot;:{&quot;bottom&quot;:0.025999998673796654,&quot;left&quot;:1.2699999809265137,&quot;right&quot;:1.2699999809265137,&quot;top&quot;:0.4230000376701355},&quot;type&quot;:0},{&quot;id&quot;:&quot;2024-08-06T00:34:4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3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3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4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11899_1*i*1"/>
  <p:tag name="KSO_WM_TEMPLATE_CATEGORY" val="diagram"/>
  <p:tag name="KSO_WM_TEMPLATE_INDEX" val="20211899"/>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d2e05467955471fa302bda457c0223f"/>
  <p:tag name="KSO_WM_UNIT_DECORATE_INFO" val="{&quot;DecorateInfoH&quot;:{&quot;IsAbs&quot;:true},&quot;DecorateInfoW&quot;:{&quot;IsAbs&quot;:true},&quot;DecorateInfoX&quot;:{&quot;IsAbs&quot;:true,&quot;Pos&quot;:1},&quot;DecorateInfoY&quot;:{&quot;IsAbs&quot;:true,&quot;Pos&quot;:1},&quot;ReferentInfo&quot;:{&quot;Id&quot;:&quot;51e6b16af8414593af898aa3f2cc02ec&quot;,&quot;X&quot;:{&quot;Pos&quot;:1},&quot;Y&quot;:{&quot;Pos&quot;:1}},&quot;whChangeMode&quot;:0}"/>
  <p:tag name="KSO_WM_CHIP_GROUPID" val="5ef0aed10e56d0f322bebb3b"/>
  <p:tag name="KSO_WM_CHIP_XID" val="5ef0aed10e56d0f322bebb3c"/>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2"/>
  <p:tag name="KSO_WM_UNIT_TEXT_FILL_TYPE" val="1"/>
  <p:tag name="KSO_WM_UNIT_VALUE" val="357"/>
  <p:tag name="KSO_WM_TEMPLATE_ASSEMBLE_XID" val="60656f0e4054ed1e2fb802b1"/>
  <p:tag name="KSO_WM_TEMPLATE_ASSEMBLE_GROUPID" val="60656f0e4054ed1e2fb802b1"/>
  <p:tag name="WM_BEAUTIFY_ZORDER_FLAG_TAG" val="3"/>
</p:tagLst>
</file>

<file path=ppt/tags/tag45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899_1*f*1"/>
  <p:tag name="KSO_WM_TEMPLATE_CATEGORY" val="diagram"/>
  <p:tag name="KSO_WM_TEMPLATE_INDEX" val="20211899"/>
  <p:tag name="KSO_WM_UNIT_LAYERLEVEL" val="1"/>
  <p:tag name="KSO_WM_TAG_VERSION" val="1.0"/>
  <p:tag name="KSO_WM_BEAUTIFY_FLAG" val="#wm#"/>
  <p:tag name="KSO_WM_UNIT_DEFAULT_FONT" val="14;20;2"/>
  <p:tag name="KSO_WM_UNIT_BLOCK" val="0"/>
  <p:tag name="KSO_WM_UNIT_VALUE" val="294"/>
  <p:tag name="KSO_WM_UNIT_SHOW_EDIT_AREA_INDICATION" val="1"/>
  <p:tag name="KSO_WM_CHIP_GROUPID" val="5e6b05596848fb12bee65ac8"/>
  <p:tag name="KSO_WM_CHIP_XID" val="5e6b05596848fb12bee65aca"/>
  <p:tag name="KSO_WM_UNIT_DEC_AREA_ID" val="24c1277e83284b3e8ff9d295f21b0b3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1d359df93964d5d92ead9569eaa9c26"/>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0e4054ed1e2fb802b1"/>
  <p:tag name="KSO_WM_TEMPLATE_ASSEMBLE_GROUPID" val="60656f0e4054ed1e2fb802b1"/>
  <p:tag name="WM_BEAUTIFY_ZORDER_FLAG_TAG" val="4"/>
</p:tagLst>
</file>

<file path=ppt/tags/tag452.xml><?xml version="1.0" encoding="utf-8"?>
<p:tagLst xmlns:a="http://schemas.openxmlformats.org/drawingml/2006/main" xmlns:r="http://schemas.openxmlformats.org/officeDocument/2006/relationships" xmlns:p="http://schemas.openxmlformats.org/presentationml/2006/main">
  <p:tag name="KSO_WM_UNIT_VALUE" val="1311*1354"/>
  <p:tag name="KSO_WM_UNIT_HIGHLIGHT" val="0"/>
  <p:tag name="KSO_WM_UNIT_COMPATIBLE" val="0"/>
  <p:tag name="KSO_WM_UNIT_DIAGRAM_ISNUMVISUAL" val="0"/>
  <p:tag name="KSO_WM_UNIT_DIAGRAM_ISREFERUNIT" val="0"/>
  <p:tag name="KSO_WM_UNIT_TYPE" val="d"/>
  <p:tag name="KSO_WM_UNIT_INDEX" val="1"/>
  <p:tag name="KSO_WM_UNIT_ID" val="diagram20211899_1*d*1"/>
  <p:tag name="KSO_WM_TEMPLATE_CATEGORY" val="diagram"/>
  <p:tag name="KSO_WM_TEMPLATE_INDEX" val="20211899"/>
  <p:tag name="KSO_WM_UNIT_LAYERLEVEL" val="1"/>
  <p:tag name="KSO_WM_TAG_VERSION" val="1.0"/>
  <p:tag name="KSO_WM_BEAUTIFY_FLAG" val="#wm#"/>
  <p:tag name="KSO_WM_CHIP_GROUPID" val="5e7310da9a230a26b9e88a19"/>
  <p:tag name="KSO_WM_CHIP_XID" val="5e7310da9a230a26b9e88a1a"/>
  <p:tag name="KSO_WM_UNIT_DEC_AREA_ID" val="51e6b16af8414593af898aa3f2cc02e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78138117cc34770aa353d22a3ee0721"/>
  <p:tag name="KSO_WM_UNIT_PLACING_PICTURE" val="978138117cc34770aa353d22a3ee0721"/>
  <p:tag name="KSO_WM_TEMPLATE_ASSEMBLE_XID" val="60656f0e4054ed1e2fb802b1"/>
  <p:tag name="KSO_WM_TEMPLATE_ASSEMBLE_GROUPID" val="60656f0e4054ed1e2fb802b1"/>
  <p:tag name="WM_BEAUTIFY_ZORDER_FLAG_TAG" val="5"/>
</p:tagLst>
</file>

<file path=ppt/tags/tag45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5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4.xml><?xml version="1.0" encoding="utf-8"?>
<p:tagLst xmlns:a="http://schemas.openxmlformats.org/drawingml/2006/main" xmlns:r="http://schemas.openxmlformats.org/officeDocument/2006/relationships" xmlns:p="http://schemas.openxmlformats.org/presentationml/2006/main">
  <p:tag name="KSO_WM_UNIT_VALUE" val="381*761"/>
  <p:tag name="KSO_WM_UNIT_HIGHLIGHT" val="0"/>
  <p:tag name="KSO_WM_UNIT_COMPATIBLE" val="0"/>
  <p:tag name="KSO_WM_UNIT_DIAGRAM_ISNUMVISUAL" val="0"/>
  <p:tag name="KSO_WM_UNIT_DIAGRAM_ISREFERUNIT" val="0"/>
  <p:tag name="KSO_WM_UNIT_TYPE" val="d"/>
  <p:tag name="KSO_WM_UNIT_INDEX" val="1"/>
  <p:tag name="KSO_WM_UNIT_ID" val="diagram20212076_1*d*1"/>
  <p:tag name="KSO_WM_TEMPLATE_CATEGORY" val="diagram"/>
  <p:tag name="KSO_WM_TEMPLATE_INDEX" val="20212076"/>
  <p:tag name="KSO_WM_UNIT_LAYERLEVEL" val="1"/>
  <p:tag name="KSO_WM_TAG_VERSION" val="1.0"/>
  <p:tag name="KSO_WM_BEAUTIFY_FLAG" val="#wm#"/>
  <p:tag name="KSO_WM_CHIP_GROUPID" val="5e7310da9a230a26b9e88a19"/>
  <p:tag name="KSO_WM_CHIP_XID" val="5e7310da9a230a26b9e88a1a"/>
  <p:tag name="KSO_WM_UNIT_DEC_AREA_ID" val="e0977ddcfab942c1a8f957812c87e95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35fd9b56673148af8bc0933fa5977402"/>
  <p:tag name="KSO_WM_UNIT_PLACING_PICTURE" val="35fd9b56673148af8bc0933fa5977402"/>
  <p:tag name="KSO_WM_UNIT_SUPPORT_UNIT_TYPE" val="[&quot;d&quot;,&quot;α&quot;,&quot;β&quot;]"/>
  <p:tag name="KSO_WM_TEMPLATE_ASSEMBLE_XID" val="639af9840c9383becde695b2"/>
  <p:tag name="KSO_WM_TEMPLATE_ASSEMBLE_GROUPID" val="639af9840c9383becde695b2"/>
  <p:tag name="WM_BEAUTIFY_ZORDER_FLAG_TAG" val="4"/>
</p:tagLst>
</file>

<file path=ppt/tags/tag46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240"/>
  <p:tag name="KSO_WM_UNIT_SHOW_EDIT_AREA_INDICATION" val="1"/>
  <p:tag name="KSO_WM_CHIP_GROUPID" val="5e6b05596848fb12bee65ac8"/>
  <p:tag name="KSO_WM_CHIP_XID" val="5e6b05596848fb12bee65aca"/>
  <p:tag name="KSO_WM_UNIT_DEC_AREA_ID" val="a44939a9ecde49c2b7ceab239baddf97"/>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409b27c58b4941cea1b3fa7cc03b025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39af9840c9383becde695b2"/>
  <p:tag name="KSO_WM_TEMPLATE_ASSEMBLE_GROUPID" val="639af9840c9383becde695b2"/>
  <p:tag name="WM_BEAUTIFY_ZORDER_FLAG_TAG" val="5"/>
</p:tagLst>
</file>

<file path=ppt/tags/tag46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687_1*i*1"/>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3c4afa0b5caa43f38b74808b5513ba5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3"/>
</p:tagLst>
</file>

<file path=ppt/tags/tag4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687_1*i*2"/>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5e80c0773834399a13599e79356248b"/>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4"/>
</p:tagLst>
</file>

<file path=ppt/tags/tag4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687_1*i*3"/>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2649454f1f349029e6f455142f4ee7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TEMPLATE_ASSEMBLE_XID" val="60656f654054ed1e2fb80946"/>
  <p:tag name="KSO_WM_TEMPLATE_ASSEMBLE_GROUPID" val="60656f654054ed1e2fb80946"/>
  <p:tag name="WM_BEAUTIFY_ZORDER_FLAG_TAG" val="5"/>
</p:tagLst>
</file>

<file path=ppt/tags/tag4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687_1*i*4"/>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eb7849fb6e2d4740bbea23af99150873"/>
  <p:tag name="KSO_WM_UNIT_DECORATE_INFO" val="{&quot;ReferentInfo&quot;:{&quot;Id&quot;:&quot;slide&quot;,&quot;X&quot;:{&quot;Pos&quot;:0},&quot;Y&quot;:{&quot;Pos&quot;:2}},&quot;DecorateInfoX&quot;:{&quot;Pos&quot;:0,&quot;IsAbs&quot;:false},&quot;DecorateInfoY&quot;:{&quot;Pos&quot;:2,&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48"/>
  <p:tag name="KSO_WM_TEMPLATE_ASSEMBLE_XID" val="60656f654054ed1e2fb80946"/>
  <p:tag name="KSO_WM_TEMPLATE_ASSEMBLE_GROUPID" val="60656f654054ed1e2fb80946"/>
  <p:tag name="WM_BEAUTIFY_ZORDER_FLAG_TAG" val="6"/>
</p:tagLst>
</file>

<file path=ppt/tags/tag4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 name="WM_BEAUTIFY_ZORDER_FLAG_TAG" val="7"/>
</p:tagLst>
</file>

<file path=ppt/tags/tag4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12687_1*i*6"/>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7a9342137704ba59401a0f97caba8f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VALUE" val="6"/>
  <p:tag name="KSO_WM_TEMPLATE_ASSEMBLE_XID" val="60656f654054ed1e2fb80946"/>
  <p:tag name="KSO_WM_TEMPLATE_ASSEMBLE_GROUPID" val="60656f654054ed1e2fb80946"/>
  <p:tag name="WM_BEAUTIFY_ZORDER_FLAG_TAG" val="8"/>
</p:tagLst>
</file>

<file path=ppt/tags/tag47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 name="WM_BEAUTIFY_ZORDER_FLAG_TAG" val="9"/>
</p:tagLst>
</file>

<file path=ppt/tags/tag478.xml><?xml version="1.0" encoding="utf-8"?>
<p:tagLst xmlns:a="http://schemas.openxmlformats.org/drawingml/2006/main" xmlns:r="http://schemas.openxmlformats.org/officeDocument/2006/relationships" xmlns:p="http://schemas.openxmlformats.org/presentationml/2006/main">
  <p:tag name="KSO_WM_UNIT_VALUE" val="1269*1861"/>
  <p:tag name="KSO_WM_UNIT_HIGHLIGHT" val="0"/>
  <p:tag name="KSO_WM_UNIT_COMPATIBLE" val="1"/>
  <p:tag name="KSO_WM_UNIT_DIAGRAM_ISNUMVISUAL" val="0"/>
  <p:tag name="KSO_WM_UNIT_DIAGRAM_ISREFERUNIT" val="0"/>
  <p:tag name="KSO_WM_UNIT_TYPE" val="d"/>
  <p:tag name="KSO_WM_UNIT_INDEX" val="1"/>
  <p:tag name="KSO_WM_UNIT_ID" val="diagram20212687_1*d*1"/>
  <p:tag name="KSO_WM_TEMPLATE_CATEGORY" val="diagram"/>
  <p:tag name="KSO_WM_TEMPLATE_INDEX" val="20212687"/>
  <p:tag name="KSO_WM_UNIT_LAYERLEVEL" val="1"/>
  <p:tag name="KSO_WM_TAG_VERSION" val="1.0"/>
  <p:tag name="KSO_WM_BEAUTIFY_FLAG" val="#wm#"/>
  <p:tag name="KSO_WM_CHIP_GROUPID" val="5e7310da9a230a26b9e88a19"/>
  <p:tag name="KSO_WM_CHIP_XID" val="5e7310da9a230a26b9e88a1a"/>
  <p:tag name="KSO_WM_UNIT_DEC_AREA_ID" val="4f32891c5d7044819ad56211a40528d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e076d9698aa4f0c9c68551b572f3e25"/>
  <p:tag name="KSO_WM_UNIT_PLACING_PICTURE" val="de076d9698aa4f0c9c68551b572f3e25"/>
  <p:tag name="KSO_WM_UNIT_SUPPORT_UNIT_TYPE" val="[&quot;l&quot;,&quot;m&quot;,&quot;n&quot;,&quot;o&quot;,&quot;p&quot;,&quot;q&quot;,&quot;r&quot;,&quot;δ&quot;,&quot;ε&quot;,&quot;ζ&quot;,&quot;η&quot;,&quot;d&quot;,&quot;α&quot;,&quot;β&quot;,&quot;θ&quot;]"/>
  <p:tag name="KSO_WM_TEMPLATE_ASSEMBLE_XID" val="60656f654054ed1e2fb80946"/>
  <p:tag name="KSO_WM_TEMPLATE_ASSEMBLE_GROUPID" val="60656f654054ed1e2fb80946"/>
  <p:tag name="WM_BEAUTIFY_ZORDER_FLAG_TAG" val="10"/>
</p:tagLst>
</file>

<file path=ppt/tags/tag47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8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9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9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 name="WM_BEAUTIFY_ZORDER_FLAG_TAG" val="4"/>
</p:tagLst>
</file>

<file path=ppt/tags/tag502.xml><?xml version="1.0" encoding="utf-8"?>
<p:tagLst xmlns:a="http://schemas.openxmlformats.org/drawingml/2006/main" xmlns:r="http://schemas.openxmlformats.org/officeDocument/2006/relationships"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KSO_WM_UNIT_PLACING_PICTURE_INFO" val="{&quot;code&quot;:&quot;a&quot;,&quot;full_picture&quot;:true,&quot;last_full_picture&quot;:&quot;a&quot;,&quot;margin&quot;:{&quot;left&quot;:143.40873015873018,&quot;right&quot;:144.4557437321016},&quot;scheme&quot;:&quot;2-0&quot;,&quot;spacing&quot;:5}"/>
  <p:tag name="KSO_WM_UNIT_PLACING_PICTURE_USER_VIEWPORT_SMARTMENU" val="{&quot;height&quot;:4201.88018798828,&quot;width&quot;:4026.0123660972818}"/>
  <p:tag name="KSO_WM_UNIT_PLACING_PICTURE_USER_RELATIVERECTANGLE_SMARTMENU" val="{&quot;bottom&quot;:0,&quot;left&quot;:0,&quot;right&quot;:0,&quot;top&quot;:0}"/>
  <p:tag name="WM_BEAUTIFY_ZORDER_FLAG_TAG" val="5"/>
</p:tagLst>
</file>

<file path=ppt/tags/tag503.xml><?xml version="1.0" encoding="utf-8"?>
<p:tagLst xmlns:a="http://schemas.openxmlformats.org/drawingml/2006/main" xmlns:r="http://schemas.openxmlformats.org/officeDocument/2006/relationships"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KSO_WM_UNIT_PLACING_PICTURE_INFO" val="{&quot;code&quot;:&quot;a&quot;,&quot;full_picture&quot;:true,&quot;last_full_picture&quot;:&quot;a&quot;,&quot;margin&quot;:{&quot;left&quot;:143.40873015873018,&quot;right&quot;:144.4557437321016},&quot;scheme&quot;:&quot;2-0&quot;,&quot;spacing&quot;:5}"/>
  <p:tag name="KSO_WM_UNIT_PLACING_PICTURE_USER_VIEWPORT_SMARTMENU" val="{&quot;height&quot;:4201.88018798828,&quot;width&quot;:5186.698156086085}"/>
  <p:tag name="KSO_WM_UNIT_PLACING_PICTURE_USER_RELATIVERECTANGLE_SMARTMENU" val="{&quot;bottom&quot;:0,&quot;left&quot;:0,&quot;right&quot;:0,&quot;top&quot;:0}"/>
  <p:tag name="WM_BEAUTIFY_ZORDER_FLAG_TAG" val="6"/>
</p:tagLst>
</file>

<file path=ppt/tags/tag50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1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2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2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6.xml><?xml version="1.0" encoding="utf-8"?>
<p:tagLst xmlns:a="http://schemas.openxmlformats.org/drawingml/2006/main" xmlns:r="http://schemas.openxmlformats.org/officeDocument/2006/relationships" xmlns:p="http://schemas.openxmlformats.org/presentationml/2006/main">
  <p:tag name="KSO_WM_UNIT_VALUE" val="1269*3384"/>
  <p:tag name="KSO_WM_UNIT_HIGHLIGHT" val="0"/>
  <p:tag name="KSO_WM_UNIT_COMPATIBLE" val="1"/>
  <p:tag name="KSO_WM_UNIT_DIAGRAM_ISNUMVISUAL" val="0"/>
  <p:tag name="KSO_WM_UNIT_DIAGRAM_ISREFERUNIT" val="0"/>
  <p:tag name="KSO_WM_UNIT_TYPE" val="d"/>
  <p:tag name="KSO_WM_UNIT_INDEX" val="1"/>
  <p:tag name="KSO_WM_UNIT_ID" val="diagram20210860_1*d*1"/>
  <p:tag name="KSO_WM_TEMPLATE_CATEGORY" val="diagram"/>
  <p:tag name="KSO_WM_TEMPLATE_INDEX" val="20210860"/>
  <p:tag name="KSO_WM_UNIT_LAYERLEVEL" val="1"/>
  <p:tag name="KSO_WM_TAG_VERSION" val="1.0"/>
  <p:tag name="KSO_WM_BEAUTIFY_FLAG" val="#wm#"/>
  <p:tag name="KSO_WM_CHIP_GROUPID" val="5e7310da9a230a26b9e88a19"/>
  <p:tag name="KSO_WM_CHIP_XID" val="5e7310da9a230a26b9e88a1a"/>
  <p:tag name="KSO_WM_UNIT_DEC_AREA_ID" val="d3da675d28be45e3a78bba7abfbd4aa7"/>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95e095f1e284e3a8d43156e00bfea23"/>
  <p:tag name="KSO_WM_UNIT_PLACING_PICTURE" val="c95e095f1e284e3a8d43156e00bfea23"/>
  <p:tag name="KSO_WM_TEMPLATE_ASSEMBLE_XID" val="639af84f0c9383becde69508"/>
  <p:tag name="KSO_WM_TEMPLATE_ASSEMBLE_GROUPID" val="639af84f0c9383becde69508"/>
  <p:tag name="WM_BEAUTIFY_ZORDER_FLAG_TAG" val="3"/>
</p:tagLst>
</file>

<file path=ppt/tags/tag52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0860_1*f*1"/>
  <p:tag name="KSO_WM_TEMPLATE_CATEGORY" val="diagram"/>
  <p:tag name="KSO_WM_TEMPLATE_INDEX" val="20210860"/>
  <p:tag name="KSO_WM_UNIT_LAYERLEVEL" val="1"/>
  <p:tag name="KSO_WM_TAG_VERSION" val="1.0"/>
  <p:tag name="KSO_WM_BEAUTIFY_FLAG" val="#wm#"/>
  <p:tag name="KSO_WM_UNIT_DEFAULT_FONT" val="14;20;2"/>
  <p:tag name="KSO_WM_UNIT_BLOCK" val="0"/>
  <p:tag name="KSO_WM_UNIT_VALUE" val="138"/>
  <p:tag name="KSO_WM_UNIT_SHOW_EDIT_AREA_INDICATION" val="1"/>
  <p:tag name="KSO_WM_CHIP_GROUPID" val="5e6b05596848fb12bee65ac8"/>
  <p:tag name="KSO_WM_CHIP_XID" val="5e6b05596848fb12bee65aca"/>
  <p:tag name="KSO_WM_UNIT_DEC_AREA_ID" val="302feb7e0a824c2b8ad76b9b27b4a864"/>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8707e5ebbce141ef82d327ffb618e11b"/>
  <p:tag name="KSO_WM_UNIT_TEXT_FILL_FORE_SCHEMECOLOR_INDEX_BRIGHTNESS" val="0.25"/>
  <p:tag name="KSO_WM_UNIT_TEXT_FILL_FORE_SCHEMECOLOR_INDEX" val="13"/>
  <p:tag name="KSO_WM_UNIT_TEXT_FILL_TYPE" val="1"/>
  <p:tag name="KSO_WM_TEMPLATE_ASSEMBLE_XID" val="639af84f0c9383becde69508"/>
  <p:tag name="KSO_WM_TEMPLATE_ASSEMBLE_GROUPID" val="639af84f0c9383becde69508"/>
  <p:tag name="WM_BEAUTIFY_ZORDER_FLAG_TAG" val="4"/>
</p:tagLst>
</file>

<file path=ppt/tags/tag528.xml><?xml version="1.0" encoding="utf-8"?>
<p:tagLst xmlns:a="http://schemas.openxmlformats.org/drawingml/2006/main" xmlns:r="http://schemas.openxmlformats.org/officeDocument/2006/relationships" xmlns:p="http://schemas.openxmlformats.org/presentationml/2006/main">
  <p:tag name="KSO_WM_UNIT_BLOCK" val="0"/>
  <p:tag name="KSO_WM_UNIT_HIGHLIGHT" val="0"/>
  <p:tag name="KSO_WM_UNIT_COMPATIBLE" val="1"/>
  <p:tag name="KSO_WM_UNIT_DIAGRAM_ISNUMVISUAL" val="0"/>
  <p:tag name="KSO_WM_UNIT_DIAGRAM_ISREFERUNIT" val="0"/>
  <p:tag name="KSO_WM_UNIT_TYPE" val="i"/>
  <p:tag name="KSO_WM_UNIT_INDEX" val="1"/>
  <p:tag name="KSO_WM_UNIT_ID" val="diagram20210860_1*i*1"/>
  <p:tag name="KSO_WM_TEMPLATE_CATEGORY" val="diagram"/>
  <p:tag name="KSO_WM_TEMPLATE_INDEX" val="20210860"/>
  <p:tag name="KSO_WM_UNIT_LAYERLEVEL" val="1"/>
  <p:tag name="KSO_WM_TAG_VERSION" val="1.0"/>
  <p:tag name="KSO_WM_BEAUTIFY_FLAG" val="#wm#"/>
  <p:tag name="KSO_WM_UNIT_SM_LIMIT_TYPE" val="0"/>
  <p:tag name="KSO_WM_UNIT_DECORATE_INFO" val="{&quot;DecorateInfoH&quot;:{&quot;IsAbs&quot;:true},&quot;DecorateInfoW&quot;:{&quot;IsAbs&quot;:true},&quot;DecorateInfoX&quot;:{&quot;IsAbs&quot;:true,&quot;Pos&quot;:1},&quot;DecorateInfoY&quot;:{&quot;IsAbs&quot;:true,&quot;Pos&quot;:2},&quot;ReferentInfo&quot;:{&quot;Id&quot;:&quot;d3da675d28be45e3a78bba7abfbd4aa7&quot;,&quot;X&quot;:{&quot;Pos&quot;:1},&quot;Y&quot;:{&quot;Pos&quot;:2}},&quot;whChangeMode&quot;:0}"/>
  <p:tag name="KSO_WM_UNIT_DEC_AREA_ID" val="ef32e52aea08493eaaf9dd96398c2e97"/>
  <p:tag name="KSO_WM_CHIP_GROUPID" val="5e9d770adc741d3f2d9ea583"/>
  <p:tag name="KSO_WM_CHIP_XID" val="5e997d21dade925159b52625"/>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88"/>
  <p:tag name="KSO_WM_TEMPLATE_ASSEMBLE_XID" val="639af84f0c9383becde69508"/>
  <p:tag name="KSO_WM_TEMPLATE_ASSEMBLE_GROUPID" val="639af84f0c9383becde69508"/>
  <p:tag name="WM_BEAUTIFY_ZORDER_FLAG_TAG" val="5"/>
</p:tagLst>
</file>

<file path=ppt/tags/tag52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3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83_1*f*1"/>
  <p:tag name="KSO_WM_TEMPLATE_CATEGORY" val="diagram"/>
  <p:tag name="KSO_WM_TEMPLATE_INDEX" val="20211083"/>
  <p:tag name="KSO_WM_UNIT_LAYERLEVEL" val="1"/>
  <p:tag name="KSO_WM_TAG_VERSION" val="1.0"/>
  <p:tag name="KSO_WM_BEAUTIFY_FLAG" val="#wm#"/>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 name="WM_BEAUTIFY_ZORDER_FLAG_TAG" val="4"/>
</p:tagLst>
</file>

<file path=ppt/tags/tag541.xml><?xml version="1.0" encoding="utf-8"?>
<p:tagLst xmlns:a="http://schemas.openxmlformats.org/drawingml/2006/main" xmlns:r="http://schemas.openxmlformats.org/officeDocument/2006/relationships" xmlns:p="http://schemas.openxmlformats.org/presentationml/2006/main">
  <p:tag name="KSO_WM_UNIT_VALUE" val="508*635"/>
  <p:tag name="KSO_WM_UNIT_HIGHLIGHT" val="0"/>
  <p:tag name="KSO_WM_UNIT_COMPATIBLE" val="1"/>
  <p:tag name="KSO_WM_UNIT_DIAGRAM_ISNUMVISUAL" val="0"/>
  <p:tag name="KSO_WM_UNIT_DIAGRAM_ISREFERUNIT" val="0"/>
  <p:tag name="KSO_WM_UNIT_TYPE" val="d"/>
  <p:tag name="KSO_WM_UNIT_INDEX" val="1"/>
  <p:tag name="KSO_WM_UNIT_ID" val="diagram20211083_1*d*1"/>
  <p:tag name="KSO_WM_TEMPLATE_CATEGORY" val="diagram"/>
  <p:tag name="KSO_WM_TEMPLATE_INDEX" val="20211083"/>
  <p:tag name="KSO_WM_UNIT_LAYERLEVEL" val="1"/>
  <p:tag name="KSO_WM_TAG_VERSION" val="1.0"/>
  <p:tag name="KSO_WM_BEAUTIFY_FLAG" val="#wm#"/>
  <p:tag name="KSO_WM_CHIP_GROUPID" val="5e7310da9a230a26b9e88a19"/>
  <p:tag name="KSO_WM_CHIP_XID" val="5e7310da9a230a26b9e88a1a"/>
  <p:tag name="KSO_WM_UNIT_DEC_AREA_ID" val="e7f42cde7938431285b9c7a82f7bb6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ecba67177d7944619af1f1e77c11ebbe"/>
  <p:tag name="KSO_WM_UNIT_PLACING_PICTURE" val="ecba67177d7944619af1f1e77c11ebbe"/>
  <p:tag name="KSO_WM_TEMPLATE_ASSEMBLE_XID" val="6130c4e08b5cc6c91112a57b"/>
  <p:tag name="KSO_WM_TEMPLATE_ASSEMBLE_GROUPID" val="6130c4e08b5cc6c91112a57b"/>
  <p:tag name="WM_BEAUTIFY_ZORDER_FLAG_TAG" val="5"/>
</p:tagLst>
</file>

<file path=ppt/tags/tag54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5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5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5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5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5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6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7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8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8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49&quot;,&quot;maxSize&quot;:{&quot;size1&quot;:20},&quot;minSize&quot;:{&quot;size1&quot;:11.2},&quot;normalSize&quot;:{&quot;size1&quot;:11.2},&quot;subLayout&quot;:[{&quot;id&quot;:&quot;2024-08-06T00:34:49&quot;,&quot;margin&quot;:{&quot;bottom&quot;:0.025999998673796654,&quot;left&quot;:1.2699999809265137,&quot;right&quot;:1.2699999809265137,&quot;top&quot;:0.4230000376701355},&quot;type&quot;:0},{&quot;id&quot;:&quot;2024-08-06T00:34:4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8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8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07_1*f*1"/>
  <p:tag name="KSO_WM_TEMPLATE_CATEGORY" val="diagram"/>
  <p:tag name="KSO_WM_TEMPLATE_INDEX" val="20211907"/>
  <p:tag name="KSO_WM_UNIT_LAYERLEVEL" val="1"/>
  <p:tag name="KSO_WM_TAG_VERSION" val="1.0"/>
  <p:tag name="KSO_WM_BEAUTIFY_FLAG" val="#wm#"/>
  <p:tag name="KSO_WM_UNIT_DEFAULT_FONT" val="14;20;2"/>
  <p:tag name="KSO_WM_UNIT_BLOCK" val="0"/>
  <p:tag name="KSO_WM_UNIT_VALUE" val="416"/>
  <p:tag name="KSO_WM_UNIT_SHOW_EDIT_AREA_INDICATION" val="1"/>
  <p:tag name="KSO_WM_CHIP_GROUPID" val="5e6b05596848fb12bee65ac8"/>
  <p:tag name="KSO_WM_CHIP_XID" val="5e6b05596848fb12bee65aca"/>
  <p:tag name="KSO_WM_UNIT_DEC_AREA_ID" val="72574218903845829fefbcdd848a082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a594517c88f4493a258b9c6261e778f"/>
  <p:tag name="KSO_WM_UNIT_SUPPORT_UNIT_TYPE" val="[&quot;l&quot;,&quot;m&quot;,&quot;n&quot;,&quot;o&quot;,&quot;p&quot;,&quot;q&quot;,&quot;r&quot;,&quot;δ&quot;,&quot;ε&quot;,&quot;ζ&quot;,&quot;η&quot;]"/>
  <p:tag name="KSO_WM_UNIT_TEXT_FILL_FORE_SCHEMECOLOR_INDEX_BRIGHTNESS" val="0.25"/>
  <p:tag name="KSO_WM_UNIT_TEXT_FILL_FORE_SCHEMECOLOR_INDEX" val="13"/>
  <p:tag name="KSO_WM_UNIT_TEXT_FILL_TYPE" val="1"/>
  <p:tag name="KSO_WM_TEMPLATE_ASSEMBLE_XID" val="60656f114054ed1e2fb802db"/>
  <p:tag name="KSO_WM_TEMPLATE_ASSEMBLE_GROUPID" val="60656f114054ed1e2fb802db"/>
  <p:tag name="WM_BEAUTIFY_ZORDER_FLAG_TAG" val="3"/>
</p:tagLst>
</file>

<file path=ppt/tags/tag588.xml><?xml version="1.0" encoding="utf-8"?>
<p:tagLst xmlns:a="http://schemas.openxmlformats.org/drawingml/2006/main" xmlns:r="http://schemas.openxmlformats.org/officeDocument/2006/relationships" xmlns:p="http://schemas.openxmlformats.org/presentationml/2006/main">
  <p:tag name="KSO_WM_UNIT_VALUE" val="1227*888"/>
  <p:tag name="KSO_WM_UNIT_HIGHLIGHT" val="0"/>
  <p:tag name="KSO_WM_UNIT_COMPATIBLE" val="0"/>
  <p:tag name="KSO_WM_UNIT_DIAGRAM_ISNUMVISUAL" val="0"/>
  <p:tag name="KSO_WM_UNIT_DIAGRAM_ISREFERUNIT" val="0"/>
  <p:tag name="KSO_WM_UNIT_TYPE" val="d"/>
  <p:tag name="KSO_WM_UNIT_INDEX" val="1"/>
  <p:tag name="KSO_WM_UNIT_ID" val="diagram20211907_1*d*1"/>
  <p:tag name="KSO_WM_TEMPLATE_CATEGORY" val="diagram"/>
  <p:tag name="KSO_WM_TEMPLATE_INDEX" val="20211907"/>
  <p:tag name="KSO_WM_UNIT_LAYERLEVEL" val="1"/>
  <p:tag name="KSO_WM_TAG_VERSION" val="1.0"/>
  <p:tag name="KSO_WM_BEAUTIFY_FLAG" val="#wm#"/>
  <p:tag name="KSO_WM_CHIP_GROUPID" val="5e7310da9a230a26b9e88a19"/>
  <p:tag name="KSO_WM_CHIP_XID" val="5e7310da9a230a26b9e88a1a"/>
  <p:tag name="KSO_WM_UNIT_DEC_AREA_ID" val="8b273ce17aac49099a6c3a722ecace6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ebc5e857474f4790b1ba63bbd955f616"/>
  <p:tag name="KSO_WM_UNIT_PLACING_PICTURE" val="ebc5e857474f4790b1ba63bbd955f616"/>
  <p:tag name="KSO_WM_TEMPLATE_ASSEMBLE_XID" val="60656f114054ed1e2fb802db"/>
  <p:tag name="KSO_WM_TEMPLATE_ASSEMBLE_GROUPID" val="60656f114054ed1e2fb802db"/>
  <p:tag name="KSO_WM_UNIT_PLACING_PICTURE_INFO" val="{&quot;code&quot;:&quot;A&quot;,&quot;full_picture&quot;:true,&quot;last_full_picture&quot;:&quot;A&quot;,&quot;margin&quot;:{&quot;left&quot;:11.25462807070653,&quot;right&quot;:13.294520651889968},&quot;scheme&quot;:&quot;2-0&quot;,&quot;spacing&quot;:5}"/>
  <p:tag name="KSO_WM_UNIT_PLACING_PICTURE_USER_VIEWPORT_SMARTMENU" val="{&quot;height&quot;:3372.3353370354707,&quot;width&quot;:5989.056698399632}"/>
  <p:tag name="KSO_WM_UNIT_PLACING_PICTURE_USER_RELATIVERECTANGLE_SMARTMENU" val="{&quot;bottom&quot;:0,&quot;left&quot;:0,&quot;right&quot;:0,&quot;top&quot;:0}"/>
  <p:tag name="WM_BEAUTIFY_ZORDER_FLAG_TAG" val="4"/>
</p:tagLst>
</file>

<file path=ppt/tags/tag589.xml><?xml version="1.0" encoding="utf-8"?>
<p:tagLst xmlns:a="http://schemas.openxmlformats.org/drawingml/2006/main" xmlns:r="http://schemas.openxmlformats.org/officeDocument/2006/relationships" xmlns:p="http://schemas.openxmlformats.org/presentationml/2006/main">
  <p:tag name="KSO_WM_UNIT_VALUE" val="1227*888"/>
  <p:tag name="KSO_WM_UNIT_HIGHLIGHT" val="0"/>
  <p:tag name="KSO_WM_UNIT_COMPATIBLE" val="0"/>
  <p:tag name="KSO_WM_UNIT_DIAGRAM_ISNUMVISUAL" val="0"/>
  <p:tag name="KSO_WM_UNIT_DIAGRAM_ISREFERUNIT" val="0"/>
  <p:tag name="KSO_WM_UNIT_TYPE" val="d"/>
  <p:tag name="KSO_WM_UNIT_INDEX" val="1"/>
  <p:tag name="KSO_WM_UNIT_ID" val="diagram20211907_1*d*1"/>
  <p:tag name="KSO_WM_TEMPLATE_CATEGORY" val="diagram"/>
  <p:tag name="KSO_WM_TEMPLATE_INDEX" val="20211907"/>
  <p:tag name="KSO_WM_UNIT_LAYERLEVEL" val="1"/>
  <p:tag name="KSO_WM_TAG_VERSION" val="1.0"/>
  <p:tag name="KSO_WM_BEAUTIFY_FLAG" val="#wm#"/>
  <p:tag name="KSO_WM_CHIP_GROUPID" val="5e7310da9a230a26b9e88a19"/>
  <p:tag name="KSO_WM_CHIP_XID" val="5e7310da9a230a26b9e88a1a"/>
  <p:tag name="KSO_WM_UNIT_DEC_AREA_ID" val="8b273ce17aac49099a6c3a722ecace6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ebc5e857474f4790b1ba63bbd955f616"/>
  <p:tag name="KSO_WM_UNIT_PLACING_PICTURE" val="ebc5e857474f4790b1ba63bbd955f616"/>
  <p:tag name="KSO_WM_TEMPLATE_ASSEMBLE_XID" val="60656f114054ed1e2fb802db"/>
  <p:tag name="KSO_WM_TEMPLATE_ASSEMBLE_GROUPID" val="60656f114054ed1e2fb802db"/>
  <p:tag name="KSO_WM_UNIT_PLACING_PICTURE_INFO" val="{&quot;code&quot;:&quot;A&quot;,&quot;full_picture&quot;:true,&quot;last_full_picture&quot;:&quot;A&quot;,&quot;margin&quot;:{&quot;left&quot;:11.25462807070653,&quot;right&quot;:13.294520651889968},&quot;scheme&quot;:&quot;2-0&quot;,&quot;spacing&quot;:5}"/>
  <p:tag name="KSO_WM_UNIT_PLACING_PICTURE_USER_VIEWPORT_SMARTMENU" val="{&quot;height&quot;:3437.6646629645293,&quot;width&quot;:5989.056698399632}"/>
  <p:tag name="KSO_WM_UNIT_PLACING_PICTURE_USER_RELATIVERECTANGLE_SMARTMENU" val="{&quot;bottom&quot;:0,&quot;left&quot;:0,&quot;right&quot;:0,&quot;top&quot;:0}"/>
  <p:tag name="WM_BEAUTIFY_ZORDER_FLAG_TAG" val="5"/>
</p:tagLst>
</file>

<file path=ppt/tags/tag59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9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01.xml><?xml version="1.0" encoding="utf-8"?>
<p:tagLst xmlns:a="http://schemas.openxmlformats.org/drawingml/2006/main" xmlns:r="http://schemas.openxmlformats.org/officeDocument/2006/relationships" xmlns:p="http://schemas.openxmlformats.org/presentationml/2006/main">
  <p:tag name="KSO_WM_UNIT_VALUE" val="465*1671"/>
  <p:tag name="KSO_WM_UNIT_HIGHLIGHT" val="0"/>
  <p:tag name="KSO_WM_UNIT_COMPATIBLE" val="0"/>
  <p:tag name="KSO_WM_UNIT_DIAGRAM_ISNUMVISUAL" val="0"/>
  <p:tag name="KSO_WM_UNIT_DIAGRAM_ISREFERUNIT" val="0"/>
  <p:tag name="KSO_WM_UNIT_TYPE" val="d"/>
  <p:tag name="KSO_WM_UNIT_INDEX" val="1"/>
  <p:tag name="KSO_WM_UNIT_ID" val="diagram20212969_1*d*1"/>
  <p:tag name="KSO_WM_TEMPLATE_CATEGORY" val="diagram"/>
  <p:tag name="KSO_WM_TEMPLATE_INDEX" val="20212969"/>
  <p:tag name="KSO_WM_UNIT_LAYERLEVEL" val="1"/>
  <p:tag name="KSO_WM_TAG_VERSION" val="1.0"/>
  <p:tag name="KSO_WM_BEAUTIFY_FLAG" val="#wm#"/>
  <p:tag name="KSO_WM_CHIP_GROUPID" val="5e7310da9a230a26b9e88a19"/>
  <p:tag name="KSO_WM_CHIP_XID" val="5e7310da9a230a26b9e88a1a"/>
  <p:tag name="KSO_WM_UNIT_DEC_AREA_ID" val="fc54e096adaa46078a9fb9ecbd11fff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c19289848db420fb2bf8d43c82b008f"/>
  <p:tag name="KSO_WM_UNIT_PLACING_PICTURE" val="4c19289848db420fb2bf8d43c82b008f"/>
  <p:tag name="KSO_WM_UNIT_SUPPORT_UNIT_TYPE" val="[&quot;d&quot;]"/>
  <p:tag name="KSO_WM_TEMPLATE_ASSEMBLE_XID" val="6130c4e0c26b0a66a1c57d00"/>
  <p:tag name="KSO_WM_TEMPLATE_ASSEMBLE_GROUPID" val="6130c4e0c26b0a66a1c57d00"/>
  <p:tag name="WM_BEAUTIFY_ZORDER_FLAG_TAG" val="4"/>
</p:tagLst>
</file>

<file path=ppt/tags/tag60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9_1*f*1"/>
  <p:tag name="KSO_WM_TEMPLATE_CATEGORY" val="diagram"/>
  <p:tag name="KSO_WM_TEMPLATE_INDEX" val="20212969"/>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5188a8fefcbf4cf69b621b178e80c34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60c5adc76f74d6b93bb1a8733754095"/>
  <p:tag name="KSO_WM_UNIT_TEXT_FILL_FORE_SCHEMECOLOR_INDEX_BRIGHTNESS" val="0.25"/>
  <p:tag name="KSO_WM_UNIT_TEXT_FILL_FORE_SCHEMECOLOR_INDEX" val="13"/>
  <p:tag name="KSO_WM_UNIT_TEXT_FILL_TYPE" val="1"/>
  <p:tag name="KSO_WM_TEMPLATE_ASSEMBLE_XID" val="6130c4e0c26b0a66a1c57d00"/>
  <p:tag name="KSO_WM_TEMPLATE_ASSEMBLE_GROUPID" val="6130c4e0c26b0a66a1c57d00"/>
  <p:tag name="WM_BEAUTIFY_ZORDER_FLAG_TAG" val="5"/>
</p:tagLst>
</file>

<file path=ppt/tags/tag60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0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0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1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1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2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2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3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3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3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4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4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5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6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6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7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7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8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8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8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8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9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9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9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9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9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0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0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1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1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1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2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2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3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3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3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3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4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4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4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4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4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0&quot;,&quot;maxSize&quot;:{&quot;size1&quot;:20},&quot;minSize&quot;:{&quot;size1&quot;:11.2},&quot;normalSize&quot;:{&quot;size1&quot;:11.2},&quot;subLayout&quot;:[{&quot;id&quot;:&quot;2024-08-06T00:34:50&quot;,&quot;margin&quot;:{&quot;bottom&quot;:0.025999998673796654,&quot;left&quot;:1.2699999809265137,&quot;right&quot;:1.2699999809265137,&quot;top&quot;:0.4230000376701355},&quot;type&quot;:0},{&quot;id&quot;:&quot;2024-08-06T00:34:5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5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6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6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6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7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7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7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8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8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8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8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8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9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80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0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0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80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1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81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1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81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4-08-06T00:34:51&quot;,&quot;maxSize&quot;:{&quot;size1&quot;:20},&quot;minSize&quot;:{&quot;size1&quot;:11.2},&quot;normalSize&quot;:{&quot;size1&quot;:11.2},&quot;subLayout&quot;:[{&quot;id&quot;:&quot;2024-08-06T00:34:51&quot;,&quot;margin&quot;:{&quot;bottom&quot;:0.025999998673796654,&quot;left&quot;:1.2699999809265137,&quot;right&quot;:1.2699999809265137,&quot;top&quot;:0.4230000376701355},&quot;type&quot;:0},{&quot;id&quot;:&quot;2024-08-06T00:34: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2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824.xml><?xml version="1.0" encoding="utf-8"?>
<p:tagLst xmlns:a="http://schemas.openxmlformats.org/drawingml/2006/main" xmlns:r="http://schemas.openxmlformats.org/officeDocument/2006/relationships"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8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21984</Words>
  <Application>Microsoft Office PowerPoint</Application>
  <PresentationFormat>Widescreen</PresentationFormat>
  <Paragraphs>169</Paragraphs>
  <Slides>83</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83</vt:i4>
      </vt:variant>
    </vt:vector>
  </HeadingPairs>
  <TitlesOfParts>
    <vt:vector size="90" baseType="lpstr">
      <vt:lpstr>微软雅黑</vt:lpstr>
      <vt:lpstr>宋体</vt:lpstr>
      <vt:lpstr>Arial</vt:lpstr>
      <vt:lpstr>Arial Black</vt:lpstr>
      <vt:lpstr>Calibri</vt:lpstr>
      <vt:lpstr>Office 主题​​</vt:lpstr>
      <vt:lpstr>1_Office 主题​​</vt:lpstr>
      <vt:lpstr>CLI BANKING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Harmit Patel</cp:lastModifiedBy>
  <cp:revision>9</cp:revision>
  <dcterms:created xsi:type="dcterms:W3CDTF">2024-08-05T16:35:00Z</dcterms:created>
  <dcterms:modified xsi:type="dcterms:W3CDTF">2024-08-05T18:19:54Z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
  </property>
</Properties>
</file>